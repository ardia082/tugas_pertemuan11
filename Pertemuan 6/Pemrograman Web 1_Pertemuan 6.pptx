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61" r:id="rId12"/>
    <p:sldId id="259" r:id="rId13"/>
    <p:sldId id="262" r:id="rId14"/>
    <p:sldId id="275" r:id="rId15"/>
    <p:sldId id="272" r:id="rId16"/>
    <p:sldId id="264" r:id="rId17"/>
    <p:sldId id="265" r:id="rId18"/>
    <p:sldId id="267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xmlns="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xmlns="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xmlns="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768" y="2037180"/>
            <a:ext cx="632096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BULLET </a:t>
            </a:r>
            <a:r>
              <a:rPr lang="id-ID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NUMBERING </a:t>
            </a:r>
            <a:endParaRPr lang="id-ID" sz="4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DAN LIST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8899" y="522905"/>
            <a:ext cx="1309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Numbering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1544877" y="1228628"/>
            <a:ext cx="7926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/>
              <a:t>Bullet </a:t>
            </a:r>
            <a:r>
              <a:rPr lang="id-ID" dirty="0"/>
              <a:t>dan numbering  dalam HTML dapat dilakukan </a:t>
            </a:r>
            <a:r>
              <a:rPr lang="id-ID" dirty="0" smtClean="0"/>
              <a:t>dengan </a:t>
            </a:r>
            <a:r>
              <a:rPr lang="sv-SE" dirty="0" smtClean="0"/>
              <a:t>menggunakan </a:t>
            </a:r>
            <a:r>
              <a:rPr lang="sv-SE" dirty="0"/>
              <a:t>tag List.  </a:t>
            </a:r>
            <a:endParaRPr lang="id-ID" dirty="0"/>
          </a:p>
        </p:txBody>
      </p:sp>
      <p:grpSp>
        <p:nvGrpSpPr>
          <p:cNvPr id="17" name="Group 16"/>
          <p:cNvGrpSpPr/>
          <p:nvPr/>
        </p:nvGrpSpPr>
        <p:grpSpPr>
          <a:xfrm>
            <a:off x="2133628" y="2079172"/>
            <a:ext cx="6749143" cy="3243942"/>
            <a:chOff x="2133628" y="2079172"/>
            <a:chExt cx="6749143" cy="3243942"/>
          </a:xfrm>
        </p:grpSpPr>
        <p:sp>
          <p:nvSpPr>
            <p:cNvPr id="4" name="Rectangle 3"/>
            <p:cNvSpPr/>
            <p:nvPr/>
          </p:nvSpPr>
          <p:spPr>
            <a:xfrm>
              <a:off x="2133628" y="3494315"/>
              <a:ext cx="2449286" cy="6313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Tag List</a:t>
              </a:r>
              <a:endParaRPr lang="id-ID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433485" y="2079172"/>
              <a:ext cx="2449286" cy="6313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List</a:t>
              </a:r>
              <a:endParaRPr lang="id-ID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433485" y="2950028"/>
              <a:ext cx="2449286" cy="6313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Bullet</a:t>
              </a:r>
              <a:endParaRPr lang="id-ID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433485" y="3842658"/>
              <a:ext cx="2449286" cy="6313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Menu List</a:t>
              </a:r>
              <a:endParaRPr lang="id-ID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433485" y="4691743"/>
              <a:ext cx="2449286" cy="6313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Definition List</a:t>
              </a:r>
              <a:endParaRPr lang="id-ID" dirty="0"/>
            </a:p>
          </p:txBody>
        </p:sp>
        <p:cxnSp>
          <p:nvCxnSpPr>
            <p:cNvPr id="10" name="Elbow Connector 9"/>
            <p:cNvCxnSpPr>
              <a:stCxn id="4" idx="3"/>
              <a:endCxn id="5" idx="1"/>
            </p:cNvCxnSpPr>
            <p:nvPr/>
          </p:nvCxnSpPr>
          <p:spPr>
            <a:xfrm flipV="1">
              <a:off x="4582914" y="2394858"/>
              <a:ext cx="1850571" cy="1415143"/>
            </a:xfrm>
            <a:prstGeom prst="bentConnector3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bow Connector 11"/>
            <p:cNvCxnSpPr>
              <a:stCxn id="4" idx="3"/>
              <a:endCxn id="6" idx="1"/>
            </p:cNvCxnSpPr>
            <p:nvPr/>
          </p:nvCxnSpPr>
          <p:spPr>
            <a:xfrm flipV="1">
              <a:off x="4582914" y="3265714"/>
              <a:ext cx="1850571" cy="544287"/>
            </a:xfrm>
            <a:prstGeom prst="bentConnector3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>
              <a:stCxn id="4" idx="3"/>
              <a:endCxn id="7" idx="1"/>
            </p:cNvCxnSpPr>
            <p:nvPr/>
          </p:nvCxnSpPr>
          <p:spPr>
            <a:xfrm>
              <a:off x="4582914" y="3810001"/>
              <a:ext cx="1850571" cy="348343"/>
            </a:xfrm>
            <a:prstGeom prst="bentConnector3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4" idx="3"/>
              <a:endCxn id="8" idx="1"/>
            </p:cNvCxnSpPr>
            <p:nvPr/>
          </p:nvCxnSpPr>
          <p:spPr>
            <a:xfrm>
              <a:off x="4582914" y="3810001"/>
              <a:ext cx="1850571" cy="1197428"/>
            </a:xfrm>
            <a:prstGeom prst="bentConnector3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6428" y="1256438"/>
            <a:ext cx="43651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List menggunakan penomoran (</a:t>
            </a:r>
            <a:r>
              <a:rPr lang="id-ID" i="1" dirty="0"/>
              <a:t>ordered list</a:t>
            </a:r>
            <a:r>
              <a:rPr lang="id-ID" dirty="0"/>
              <a:t>)</a:t>
            </a:r>
          </a:p>
          <a:p>
            <a:r>
              <a:rPr lang="id-ID" dirty="0"/>
              <a:t>&lt;ol type = ” I | i | A | a | 1 ”&gt; </a:t>
            </a:r>
          </a:p>
          <a:p>
            <a:r>
              <a:rPr lang="id-ID" dirty="0"/>
              <a:t>  &lt;li&gt; ... &lt;/li&gt; </a:t>
            </a:r>
          </a:p>
          <a:p>
            <a:r>
              <a:rPr lang="id-ID" dirty="0"/>
              <a:t>  &lt;li&gt; ... &lt;/li&gt; </a:t>
            </a:r>
          </a:p>
          <a:p>
            <a:r>
              <a:rPr lang="id-ID" dirty="0"/>
              <a:t>   dan seterusnya </a:t>
            </a:r>
          </a:p>
          <a:p>
            <a:r>
              <a:rPr lang="id-ID" dirty="0"/>
              <a:t>&lt;/ol&gt;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368171" y="784163"/>
            <a:ext cx="507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 smtClean="0"/>
              <a:t>List</a:t>
            </a:r>
            <a:endParaRPr lang="id-ID" b="1" dirty="0"/>
          </a:p>
        </p:txBody>
      </p:sp>
      <p:sp>
        <p:nvSpPr>
          <p:cNvPr id="6" name="Rectangle 5"/>
          <p:cNvSpPr/>
          <p:nvPr/>
        </p:nvSpPr>
        <p:spPr>
          <a:xfrm>
            <a:off x="1550614" y="3131789"/>
            <a:ext cx="3217347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Contoh :</a:t>
            </a:r>
          </a:p>
          <a:p>
            <a:pPr>
              <a:lnSpc>
                <a:spcPct val="150000"/>
              </a:lnSpc>
            </a:pPr>
            <a:r>
              <a:rPr lang="sv-SE" dirty="0"/>
              <a:t>Kota Besar di Jawa :&lt;br&gt;</a:t>
            </a:r>
          </a:p>
          <a:p>
            <a:pPr>
              <a:lnSpc>
                <a:spcPct val="150000"/>
              </a:lnSpc>
            </a:pPr>
            <a:r>
              <a:rPr lang="id-ID" dirty="0"/>
              <a:t>&lt;ol type=”A”&gt;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&lt;li&gt;Jakarta&lt;/li&gt;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&lt;li&gt;Bandung&lt;/li&gt;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&lt;li&gt;Surabaya&lt;/li&gt;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&lt;/ol&gt; </a:t>
            </a:r>
            <a:endParaRPr lang="id-ID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88" y="3904414"/>
            <a:ext cx="2428615" cy="1695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881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171" y="784163"/>
            <a:ext cx="74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Bullet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8171" y="1230476"/>
            <a:ext cx="5339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List tanpa  nomor menggunakan </a:t>
            </a:r>
            <a:r>
              <a:rPr lang="id-ID" b="1" dirty="0"/>
              <a:t>bullet</a:t>
            </a:r>
            <a:r>
              <a:rPr lang="id-ID" dirty="0"/>
              <a:t> (</a:t>
            </a:r>
            <a:r>
              <a:rPr lang="id-ID" i="1" dirty="0"/>
              <a:t>unordered list</a:t>
            </a:r>
            <a:r>
              <a:rPr lang="id-ID" dirty="0"/>
              <a:t>)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696690" y="1677961"/>
            <a:ext cx="39297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ul</a:t>
            </a:r>
            <a:r>
              <a:rPr lang="en-US" dirty="0"/>
              <a:t> type = “circle | square | disc “&gt; </a:t>
            </a:r>
          </a:p>
          <a:p>
            <a:r>
              <a:rPr lang="id-ID" dirty="0"/>
              <a:t>   &lt;li&gt;...... &lt;/li&gt; </a:t>
            </a:r>
          </a:p>
          <a:p>
            <a:r>
              <a:rPr lang="id-ID" dirty="0"/>
              <a:t>   &lt;li&gt; ..... &lt;/li&gt; </a:t>
            </a:r>
          </a:p>
          <a:p>
            <a:r>
              <a:rPr lang="id-ID" dirty="0"/>
              <a:t>   dan seterusnya  </a:t>
            </a:r>
          </a:p>
          <a:p>
            <a:r>
              <a:rPr lang="id-ID" dirty="0"/>
              <a:t>&lt;/ul&gt;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957942" y="3155289"/>
            <a:ext cx="6096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Contoh :</a:t>
            </a:r>
          </a:p>
          <a:p>
            <a:pPr>
              <a:lnSpc>
                <a:spcPct val="150000"/>
              </a:lnSpc>
            </a:pPr>
            <a:r>
              <a:rPr lang="id-ID" dirty="0"/>
              <a:t>Bahasa Pemrograman :</a:t>
            </a:r>
          </a:p>
          <a:p>
            <a:pPr>
              <a:lnSpc>
                <a:spcPct val="150000"/>
              </a:lnSpc>
            </a:pPr>
            <a:r>
              <a:rPr lang="id-ID" dirty="0"/>
              <a:t>&lt;ul type=circle&gt;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&lt;li&gt;Fotran&lt;/li&gt;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&lt;li&gt;Cobol&lt;/li&gt;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  &lt;li&gt;Java&lt;/li&gt;</a:t>
            </a:r>
          </a:p>
          <a:p>
            <a:pPr>
              <a:lnSpc>
                <a:spcPct val="150000"/>
              </a:lnSpc>
            </a:pPr>
            <a:r>
              <a:rPr lang="id-ID" dirty="0"/>
              <a:t> &lt;/ul&gt;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748" y="3784736"/>
            <a:ext cx="2579785" cy="1741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4957" y="533792"/>
            <a:ext cx="2597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Menu List (Daftar Menu)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344957" y="1013936"/>
            <a:ext cx="11215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Tag ini menampilkan daftar list item tanpa penomoran dan bullet. </a:t>
            </a:r>
            <a:r>
              <a:rPr lang="sv-SE" dirty="0" smtClean="0"/>
              <a:t>Diawali</a:t>
            </a:r>
            <a:r>
              <a:rPr lang="id-ID" dirty="0" smtClean="0"/>
              <a:t> </a:t>
            </a:r>
            <a:r>
              <a:rPr lang="sv-SE" dirty="0" smtClean="0"/>
              <a:t>dengan </a:t>
            </a:r>
            <a:r>
              <a:rPr lang="sv-SE" dirty="0"/>
              <a:t>tag &lt;menu&gt; dan diakhir dengan &lt;/menu&gt;.  Setiap daftar </a:t>
            </a:r>
            <a:r>
              <a:rPr lang="sv-SE" dirty="0" smtClean="0"/>
              <a:t>item</a:t>
            </a:r>
            <a:r>
              <a:rPr lang="id-ID" dirty="0" smtClean="0"/>
              <a:t> </a:t>
            </a:r>
            <a:r>
              <a:rPr lang="sv-SE" dirty="0" smtClean="0"/>
              <a:t>menggunakan </a:t>
            </a:r>
            <a:r>
              <a:rPr lang="sv-SE" dirty="0"/>
              <a:t>tag &lt;li&gt; dan ditutup &lt;/li&gt;.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642257" y="1925321"/>
            <a:ext cx="2405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&lt;menu&gt; </a:t>
            </a:r>
          </a:p>
          <a:p>
            <a:r>
              <a:rPr lang="id-ID" dirty="0"/>
              <a:t>&lt;li&gt; ........  &lt;/li&gt; </a:t>
            </a:r>
          </a:p>
          <a:p>
            <a:r>
              <a:rPr lang="id-ID" dirty="0"/>
              <a:t>&lt;li&gt; ........ &lt;/li&gt; </a:t>
            </a:r>
          </a:p>
          <a:p>
            <a:r>
              <a:rPr lang="id-ID" dirty="0"/>
              <a:t>&lt;/menu&gt;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1012372" y="3429000"/>
            <a:ext cx="29282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Contoh :</a:t>
            </a:r>
          </a:p>
          <a:p>
            <a:r>
              <a:rPr lang="id-ID" dirty="0"/>
              <a:t>Pendidikan :</a:t>
            </a:r>
          </a:p>
          <a:p>
            <a:r>
              <a:rPr lang="id-ID" dirty="0"/>
              <a:t> &lt;menu&gt;</a:t>
            </a:r>
          </a:p>
          <a:p>
            <a:r>
              <a:rPr lang="id-ID" dirty="0"/>
              <a:t>   &lt;li&gt;Pasca Sarjana&lt;/li&gt;</a:t>
            </a:r>
          </a:p>
          <a:p>
            <a:r>
              <a:rPr lang="id-ID" dirty="0"/>
              <a:t>   &lt;li&gt;Sarjana&lt;/li&gt;</a:t>
            </a:r>
          </a:p>
          <a:p>
            <a:r>
              <a:rPr lang="id-ID" dirty="0"/>
              <a:t>   &lt;li&gt;Diploma III&lt;/li&gt;</a:t>
            </a:r>
          </a:p>
          <a:p>
            <a:r>
              <a:rPr lang="id-ID" dirty="0"/>
              <a:t>  &lt;/menu&gt;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778" y="3573009"/>
            <a:ext cx="2682535" cy="1856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3791" y="424934"/>
            <a:ext cx="2092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 Definition List &lt;DL&gt;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791" y="1191123"/>
            <a:ext cx="6096000" cy="25423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&lt;dl&gt;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&lt;dt&gt; ........ &lt;/dt&gt;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  &lt;dd&gt; ......... &lt;/dd&gt;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&lt;dt&gt; ......... &lt;/dt&gt;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 &lt;dd&gt; .......... &lt;/dd&gt; </a:t>
            </a:r>
          </a:p>
          <a:p>
            <a:pPr>
              <a:lnSpc>
                <a:spcPct val="150000"/>
              </a:lnSpc>
            </a:pPr>
            <a:r>
              <a:rPr lang="id-ID" dirty="0"/>
              <a:t>&lt;/dl&gt;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553791" y="4186530"/>
            <a:ext cx="2744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dl </a:t>
            </a:r>
            <a:r>
              <a:rPr lang="id-ID" dirty="0" smtClean="0"/>
              <a:t>	:  </a:t>
            </a:r>
            <a:r>
              <a:rPr lang="id-ID" dirty="0"/>
              <a:t>definition list</a:t>
            </a:r>
          </a:p>
          <a:p>
            <a:r>
              <a:rPr lang="id-ID" dirty="0"/>
              <a:t>dt </a:t>
            </a:r>
            <a:r>
              <a:rPr lang="id-ID" dirty="0" smtClean="0"/>
              <a:t>	:  </a:t>
            </a:r>
            <a:r>
              <a:rPr lang="id-ID" dirty="0"/>
              <a:t>data</a:t>
            </a:r>
          </a:p>
          <a:p>
            <a:r>
              <a:rPr lang="id-ID" dirty="0"/>
              <a:t>dd  </a:t>
            </a:r>
            <a:r>
              <a:rPr lang="id-ID" dirty="0" smtClean="0"/>
              <a:t>	:  </a:t>
            </a:r>
            <a:r>
              <a:rPr lang="id-ID" dirty="0"/>
              <a:t>data definition</a:t>
            </a:r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8735" y="792575"/>
            <a:ext cx="114422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/>
              <a:t>Contoh :</a:t>
            </a:r>
          </a:p>
          <a:p>
            <a:pPr algn="just"/>
            <a:r>
              <a:rPr lang="id-ID" dirty="0"/>
              <a:t>&lt;dl&gt;</a:t>
            </a:r>
          </a:p>
          <a:p>
            <a:pPr algn="just"/>
            <a:r>
              <a:rPr lang="id-ID" dirty="0"/>
              <a:t>  &lt;dt&gt;Website&lt;/dt&gt;</a:t>
            </a:r>
          </a:p>
          <a:p>
            <a:pPr algn="just"/>
            <a:r>
              <a:rPr lang="id-ID" dirty="0"/>
              <a:t>  &lt;dd&gt;Website merupakan laman yang ditampilkan oleh browser yang </a:t>
            </a:r>
            <a:r>
              <a:rPr lang="id-ID" dirty="0" smtClean="0"/>
              <a:t>digunakan untuk </a:t>
            </a:r>
            <a:r>
              <a:rPr lang="id-ID" dirty="0"/>
              <a:t>menampilkan informasi, dimana informasi tersebut dapat berupa berita </a:t>
            </a:r>
            <a:r>
              <a:rPr lang="id-ID" dirty="0" smtClean="0"/>
              <a:t>atau promosi</a:t>
            </a:r>
            <a:r>
              <a:rPr lang="id-ID" dirty="0"/>
              <a:t>.  Dengan website Anda dapat memiliki bisnis, tanpa harus memiliki </a:t>
            </a:r>
            <a:r>
              <a:rPr lang="id-ID" dirty="0" smtClean="0"/>
              <a:t>modal yang </a:t>
            </a:r>
            <a:r>
              <a:rPr lang="id-ID" dirty="0"/>
              <a:t>besar.&lt;/dd&gt;</a:t>
            </a:r>
          </a:p>
          <a:p>
            <a:pPr algn="just"/>
            <a:r>
              <a:rPr lang="id-ID" dirty="0"/>
              <a:t>  &lt;/dl&gt;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35" y="3337911"/>
            <a:ext cx="11364915" cy="92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940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817" y="283419"/>
            <a:ext cx="1060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Latihan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4142" y="864391"/>
            <a:ext cx="9731829" cy="5262979"/>
          </a:xfrm>
          <a:prstGeom prst="rect">
            <a:avLst/>
          </a:prstGeom>
          <a:ln w="12700"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sz="1400" dirty="0"/>
              <a:t>&lt;html&gt;</a:t>
            </a:r>
          </a:p>
          <a:p>
            <a:r>
              <a:rPr lang="en-US" sz="1400" dirty="0"/>
              <a:t>&lt;head&gt;&lt;title&gt;Using List&lt;/title&gt;&lt;/head&gt;</a:t>
            </a:r>
          </a:p>
          <a:p>
            <a:r>
              <a:rPr lang="id-ID" sz="1400" dirty="0"/>
              <a:t>&lt;body&gt;</a:t>
            </a:r>
          </a:p>
          <a:p>
            <a:r>
              <a:rPr lang="fr-FR" sz="1400" dirty="0"/>
              <a:t>&lt;font size="5"&gt;</a:t>
            </a:r>
            <a:r>
              <a:rPr lang="fr-FR" sz="1400" dirty="0" err="1"/>
              <a:t>Kuliner</a:t>
            </a:r>
            <a:r>
              <a:rPr lang="fr-FR" sz="1400" dirty="0"/>
              <a:t> </a:t>
            </a:r>
            <a:r>
              <a:rPr lang="fr-FR" sz="1400" dirty="0" err="1"/>
              <a:t>makanan</a:t>
            </a:r>
            <a:r>
              <a:rPr lang="fr-FR" sz="1400" dirty="0"/>
              <a:t> </a:t>
            </a:r>
            <a:r>
              <a:rPr lang="fr-FR" sz="1400" dirty="0" err="1"/>
              <a:t>Perancis</a:t>
            </a:r>
            <a:r>
              <a:rPr lang="fr-FR" sz="1400" dirty="0"/>
              <a:t>&lt;/font&gt;&lt;</a:t>
            </a:r>
            <a:r>
              <a:rPr lang="fr-FR" sz="1400" dirty="0" err="1"/>
              <a:t>br</a:t>
            </a:r>
            <a:r>
              <a:rPr lang="fr-FR" sz="1400" dirty="0"/>
              <a:t>&gt;</a:t>
            </a:r>
          </a:p>
          <a:p>
            <a:r>
              <a:rPr lang="id-ID" sz="1400" dirty="0"/>
              <a:t>Anda dapat berkunjung &lt;font size="+1"&gt;di daerah Kemang&lt;/font&gt; disini </a:t>
            </a:r>
            <a:r>
              <a:rPr lang="id-ID" sz="1400" dirty="0" smtClean="0"/>
              <a:t>merupakan tempat </a:t>
            </a:r>
            <a:r>
              <a:rPr lang="id-ID" sz="1400" dirty="0"/>
              <a:t>dan waktu yang tepat untuk mencoba makanan khas Perancis </a:t>
            </a:r>
            <a:r>
              <a:rPr lang="id-ID" sz="1400" dirty="0" smtClean="0"/>
              <a:t>terutama </a:t>
            </a:r>
            <a:r>
              <a:rPr lang="sv-SE" sz="1400" dirty="0" smtClean="0"/>
              <a:t>makanan </a:t>
            </a:r>
            <a:r>
              <a:rPr lang="sv-SE" sz="1400" dirty="0"/>
              <a:t>lokalnya sangat luar biasa enaknya. </a:t>
            </a:r>
            <a:r>
              <a:rPr lang="id-ID" sz="1400" dirty="0" smtClean="0"/>
              <a:t>&lt;</a:t>
            </a:r>
            <a:r>
              <a:rPr lang="id-ID" sz="1400" dirty="0"/>
              <a:t>ul&gt;</a:t>
            </a:r>
          </a:p>
          <a:p>
            <a:r>
              <a:rPr lang="en-US" sz="1400" dirty="0"/>
              <a:t>&lt;li&gt;&lt;font color="magenta"&gt;</a:t>
            </a:r>
            <a:r>
              <a:rPr lang="en-US" sz="1400" dirty="0" err="1"/>
              <a:t>Beignetse</a:t>
            </a:r>
            <a:r>
              <a:rPr lang="en-US" sz="1400" dirty="0"/>
              <a:t>&lt;/font&gt; </a:t>
            </a:r>
            <a:r>
              <a:rPr lang="en-US" sz="1400" dirty="0" err="1"/>
              <a:t>Donat</a:t>
            </a:r>
            <a:r>
              <a:rPr lang="en-US" sz="1400" dirty="0"/>
              <a:t> </a:t>
            </a:r>
            <a:r>
              <a:rPr lang="en-US" sz="1400" dirty="0" err="1"/>
              <a:t>kecil</a:t>
            </a:r>
            <a:r>
              <a:rPr lang="en-US" sz="1400" dirty="0"/>
              <a:t> </a:t>
            </a:r>
            <a:r>
              <a:rPr lang="en-US" sz="1400" dirty="0" err="1"/>
              <a:t>ditaburi</a:t>
            </a:r>
            <a:r>
              <a:rPr lang="en-US" sz="1400" dirty="0"/>
              <a:t> </a:t>
            </a:r>
            <a:r>
              <a:rPr lang="en-US" sz="1400" dirty="0" err="1"/>
              <a:t>gula</a:t>
            </a:r>
            <a:r>
              <a:rPr lang="en-US" sz="1400" dirty="0"/>
              <a:t>, fresh </a:t>
            </a:r>
            <a:r>
              <a:rPr lang="en-US" sz="1400" dirty="0" err="1"/>
              <a:t>dan</a:t>
            </a:r>
            <a:r>
              <a:rPr lang="en-US" sz="1400" dirty="0"/>
              <a:t> the </a:t>
            </a:r>
          </a:p>
          <a:p>
            <a:r>
              <a:rPr lang="fr-FR" sz="1400" dirty="0"/>
              <a:t>&lt;font size="+2"&gt;</a:t>
            </a:r>
            <a:r>
              <a:rPr lang="fr-FR" sz="1400" dirty="0" err="1"/>
              <a:t>Kopi</a:t>
            </a:r>
            <a:r>
              <a:rPr lang="fr-FR" sz="1400" dirty="0"/>
              <a:t>&lt;/font&gt;.&lt;/li&gt;</a:t>
            </a:r>
          </a:p>
          <a:p>
            <a:r>
              <a:rPr lang="id-ID" sz="1400" dirty="0"/>
              <a:t>&lt;li&gt;&lt;font color="GREEN"&gt;Makanan laut&lt;/font&gt; seperti rebusan sup </a:t>
            </a:r>
            <a:r>
              <a:rPr lang="id-ID" sz="1400" dirty="0" smtClean="0"/>
              <a:t>yang lezat.Biasanya </a:t>
            </a:r>
            <a:r>
              <a:rPr lang="id-ID" sz="1400" dirty="0"/>
              <a:t>disajikan dengan nasi putih itu yang terbaik dicampur langsung </a:t>
            </a:r>
            <a:r>
              <a:rPr lang="id-ID" sz="1400" dirty="0" smtClean="0"/>
              <a:t>ke sup</a:t>
            </a:r>
            <a:r>
              <a:rPr lang="id-ID" sz="1400" dirty="0"/>
              <a:t>. Jangan pula melewati ayam gumbo, makanan laut yang lebih baik!&lt;/li&gt;</a:t>
            </a:r>
          </a:p>
          <a:p>
            <a:r>
              <a:rPr lang="en-US" sz="1400" dirty="0"/>
              <a:t>&lt;li&gt;&lt;font color="ORANGE" size="+2"&gt;</a:t>
            </a:r>
            <a:r>
              <a:rPr lang="en-US" sz="1400" dirty="0" err="1"/>
              <a:t>Jambal</a:t>
            </a:r>
            <a:r>
              <a:rPr lang="en-US" sz="1400" dirty="0"/>
              <a:t>&lt;/font&gt; - the </a:t>
            </a:r>
            <a:r>
              <a:rPr lang="en-US" sz="1400" dirty="0" err="1"/>
              <a:t>Tempat</a:t>
            </a:r>
            <a:r>
              <a:rPr lang="en-US" sz="1400" dirty="0"/>
              <a:t> </a:t>
            </a:r>
            <a:r>
              <a:rPr lang="en-US" sz="1400" dirty="0" err="1"/>
              <a:t>terbaik</a:t>
            </a:r>
            <a:r>
              <a:rPr lang="en-US" sz="1400" dirty="0"/>
              <a:t> </a:t>
            </a:r>
            <a:r>
              <a:rPr lang="en-US" sz="1400" dirty="0" err="1" smtClean="0"/>
              <a:t>untuk</a:t>
            </a:r>
            <a:r>
              <a:rPr lang="id-ID" sz="1400" dirty="0" smtClean="0"/>
              <a:t> makan </a:t>
            </a:r>
            <a:r>
              <a:rPr lang="id-ID" sz="1400" dirty="0"/>
              <a:t>malam, yang sebelumnya Anda harus memesan tempat itu </a:t>
            </a:r>
            <a:r>
              <a:rPr lang="id-ID" sz="1400" dirty="0" smtClean="0"/>
              <a:t>terlebih dahulu</a:t>
            </a:r>
            <a:r>
              <a:rPr lang="id-ID" sz="1400" dirty="0"/>
              <a:t>.&lt;/li&gt; </a:t>
            </a:r>
            <a:r>
              <a:rPr lang="id-ID" sz="1400" dirty="0"/>
              <a:t>&lt;li&gt;&lt;font size="5" color="BLUE"&gt;Minuman&lt;/font&gt; Minuman khas dari rempah-rempah</a:t>
            </a:r>
          </a:p>
          <a:p>
            <a:r>
              <a:rPr lang="id-ID" sz="1400" dirty="0"/>
              <a:t>Membuat suasana hangat&lt;/li&gt;&lt;/ul&gt;</a:t>
            </a:r>
          </a:p>
          <a:p>
            <a:r>
              <a:rPr lang="id-ID" sz="1400" dirty="0"/>
              <a:t>Apapun yang anda lakukan pastikan Anda punya</a:t>
            </a:r>
          </a:p>
          <a:p>
            <a:r>
              <a:rPr lang="id-ID" sz="1400" dirty="0"/>
              <a:t>&lt;font </a:t>
            </a:r>
            <a:r>
              <a:rPr lang="fr-FR" sz="1400" dirty="0"/>
              <a:t>size="+1"&gt;F&lt;/font&gt;&lt;font</a:t>
            </a:r>
            <a:r>
              <a:rPr lang="id-ID" sz="1400" dirty="0"/>
              <a:t> size="+2"&gt;U&lt;/font&gt;</a:t>
            </a:r>
          </a:p>
          <a:p>
            <a:r>
              <a:rPr lang="id-ID" sz="1400" dirty="0"/>
              <a:t>&lt;</a:t>
            </a:r>
            <a:r>
              <a:rPr lang="id-ID" sz="1400" dirty="0" smtClean="0"/>
              <a:t>font size</a:t>
            </a:r>
            <a:r>
              <a:rPr lang="id-ID" sz="1400" dirty="0"/>
              <a:t>="+3"&gt;N&lt;/font</a:t>
            </a:r>
            <a:r>
              <a:rPr lang="id-ID" sz="1400" dirty="0" smtClean="0"/>
              <a:t>&gt;!&lt;</a:t>
            </a:r>
            <a:r>
              <a:rPr lang="id-ID" sz="1400" dirty="0"/>
              <a:t>dl&gt;</a:t>
            </a:r>
          </a:p>
          <a:p>
            <a:r>
              <a:rPr lang="id-ID" sz="1400" dirty="0"/>
              <a:t>&lt;dt&gt;Pemasaran Online&lt;/dt&gt;&lt;dd&gt;</a:t>
            </a:r>
          </a:p>
          <a:p>
            <a:r>
              <a:rPr lang="id-ID" sz="1400" dirty="0"/>
              <a:t>Merupakan aktivitas yang dilakukan untuk mempromosikan produk dalam berupa barang dan jasa dengan menggunakan media </a:t>
            </a:r>
            <a:r>
              <a:rPr lang="id-ID" sz="1400" dirty="0" smtClean="0"/>
              <a:t>Internet</a:t>
            </a:r>
            <a:r>
              <a:rPr lang="id-ID" sz="1400" dirty="0"/>
              <a:t>&lt;/dd&gt;</a:t>
            </a:r>
          </a:p>
          <a:p>
            <a:r>
              <a:rPr lang="id-ID" sz="1400" dirty="0"/>
              <a:t>&lt;dt&gt;eCommerce&lt;/dt&gt;</a:t>
            </a:r>
          </a:p>
          <a:p>
            <a:r>
              <a:rPr lang="id-ID" sz="1400" dirty="0"/>
              <a:t> &lt;dd&gt;Kegiatan yang dilakukan untuk menjual atau memasarkan produk secara online&lt;/dd&gt;</a:t>
            </a:r>
          </a:p>
          <a:p>
            <a:r>
              <a:rPr lang="id-ID" sz="1400" dirty="0"/>
              <a:t>&lt;/dl&gt;</a:t>
            </a:r>
          </a:p>
          <a:p>
            <a:r>
              <a:rPr lang="id-ID" sz="1400" dirty="0"/>
              <a:t>&lt;/body&gt;</a:t>
            </a:r>
          </a:p>
          <a:p>
            <a:r>
              <a:rPr lang="id-ID" sz="1400" dirty="0"/>
              <a:t>&lt;/html</a:t>
            </a:r>
            <a:r>
              <a:rPr lang="id-ID" sz="1400" dirty="0" smtClean="0"/>
              <a:t>&gt;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62" y="1469117"/>
            <a:ext cx="9711132" cy="34076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045258"/>
            <a:ext cx="801188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dirty="0"/>
              <a:t>html&gt;</a:t>
            </a:r>
          </a:p>
          <a:p>
            <a:r>
              <a:rPr lang="id-ID" sz="1400" dirty="0"/>
              <a:t>&lt;head&gt;</a:t>
            </a:r>
          </a:p>
          <a:p>
            <a:r>
              <a:rPr lang="id-ID" sz="1400" dirty="0"/>
              <a:t>&lt;title&gt;Blockbuster Movie&lt;/title&gt;</a:t>
            </a:r>
          </a:p>
          <a:p>
            <a:r>
              <a:rPr lang="id-ID" sz="1400" dirty="0"/>
              <a:t>&lt;/head&gt;</a:t>
            </a:r>
          </a:p>
          <a:p>
            <a:r>
              <a:rPr lang="id-ID" sz="1400" dirty="0"/>
              <a:t>&lt;body&gt;</a:t>
            </a:r>
          </a:p>
          <a:p>
            <a:r>
              <a:rPr lang="id-ID" sz="1400" dirty="0"/>
              <a:t>&lt;font color="navy" size=4&gt;Selamat datang pada Bioskop </a:t>
            </a:r>
            <a:r>
              <a:rPr lang="id-ID" sz="1400" dirty="0" smtClean="0"/>
              <a:t>kesayangan Anda</a:t>
            </a:r>
            <a:r>
              <a:rPr lang="id-ID" sz="1400" dirty="0"/>
              <a:t>&lt;/font&gt;&lt;br&gt;</a:t>
            </a:r>
          </a:p>
          <a:p>
            <a:r>
              <a:rPr lang="id-ID" sz="1400" dirty="0"/>
              <a:t>Minggu ini kami akan mempersembahkan film-film yang pernah mendapat </a:t>
            </a:r>
            <a:r>
              <a:rPr lang="id-ID" sz="1400" dirty="0" smtClean="0"/>
              <a:t>piala didunia </a:t>
            </a:r>
            <a:r>
              <a:rPr lang="id-ID" sz="1400" dirty="0"/>
              <a:t>perfilman</a:t>
            </a:r>
          </a:p>
          <a:p>
            <a:r>
              <a:rPr lang="id-ID" sz="1400" dirty="0"/>
              <a:t>&lt;ol type="A"&gt;</a:t>
            </a:r>
          </a:p>
          <a:p>
            <a:r>
              <a:rPr lang="id-ID" sz="1400" dirty="0"/>
              <a:t>&lt;li&gt;Dibalik sajadah panjang&lt;/li&gt;</a:t>
            </a:r>
          </a:p>
          <a:p>
            <a:r>
              <a:rPr lang="it-IT" sz="1400" dirty="0"/>
              <a:t>&lt;li&gt;Bulan terbelah di langit Mataran (1957)&lt;/li&gt;</a:t>
            </a:r>
          </a:p>
          <a:p>
            <a:r>
              <a:rPr lang="it-IT" sz="1400" dirty="0"/>
              <a:t>&lt;li&gt;Ada apa dengan Cinta (1962)&lt;/li&gt;</a:t>
            </a:r>
          </a:p>
          <a:p>
            <a:r>
              <a:rPr lang="id-ID" sz="1400" dirty="0"/>
              <a:t>&lt;li&gt;Mutiara dari Selatan&lt;/li&gt;</a:t>
            </a:r>
          </a:p>
          <a:p>
            <a:r>
              <a:rPr lang="id-ID" sz="1400" dirty="0"/>
              <a:t>&lt;li&gt;Serangan Fajar (1965)&lt;/li&gt;</a:t>
            </a:r>
          </a:p>
          <a:p>
            <a:r>
              <a:rPr lang="id-ID" sz="1400" dirty="0"/>
              <a:t>&lt;li&gt;Citra(1970)&lt;/li</a:t>
            </a:r>
            <a:r>
              <a:rPr lang="id-ID" sz="1400" dirty="0" smtClean="0"/>
              <a:t>&gt;&lt;/</a:t>
            </a:r>
            <a:r>
              <a:rPr lang="id-ID" sz="1400" dirty="0"/>
              <a:t>ol</a:t>
            </a:r>
            <a:r>
              <a:rPr lang="id-ID" sz="1400" dirty="0" smtClean="0"/>
              <a:t>&gt;</a:t>
            </a:r>
          </a:p>
          <a:p>
            <a:r>
              <a:rPr lang="id-ID" sz="1400" dirty="0" smtClean="0"/>
              <a:t>&lt;blockquote&gt; </a:t>
            </a:r>
            <a:r>
              <a:rPr lang="it-IT" sz="1400" dirty="0" smtClean="0"/>
              <a:t>Informasi </a:t>
            </a:r>
            <a:r>
              <a:rPr lang="it-IT" sz="1400" dirty="0"/>
              <a:t>ini dibuat oleh </a:t>
            </a:r>
            <a:r>
              <a:rPr lang="it-IT" sz="1400" dirty="0" smtClean="0"/>
              <a:t>Programmer</a:t>
            </a:r>
            <a:r>
              <a:rPr lang="id-ID" sz="1400" dirty="0" smtClean="0"/>
              <a:t> &lt;/</a:t>
            </a:r>
            <a:r>
              <a:rPr lang="id-ID" sz="1400" dirty="0"/>
              <a:t>blockquote&gt;</a:t>
            </a:r>
          </a:p>
          <a:p>
            <a:r>
              <a:rPr lang="id-ID" sz="1400" dirty="0"/>
              <a:t>Suhu Udara saat ini:</a:t>
            </a:r>
          </a:p>
          <a:p>
            <a:r>
              <a:rPr lang="id-ID" sz="1400" dirty="0"/>
              <a:t>&lt;ul type="circle"&gt;</a:t>
            </a:r>
          </a:p>
          <a:p>
            <a:r>
              <a:rPr lang="id-ID" sz="1400" dirty="0"/>
              <a:t>  &lt;li&gt;36 derajat Jakarta&lt;/li&gt;</a:t>
            </a:r>
          </a:p>
          <a:p>
            <a:r>
              <a:rPr lang="id-ID" sz="1400" dirty="0"/>
              <a:t>  &lt;li&gt;40 derajat Semarang&lt;/li&gt;</a:t>
            </a:r>
          </a:p>
          <a:p>
            <a:r>
              <a:rPr lang="id-ID" sz="1400" dirty="0"/>
              <a:t>  &lt;li&gt;39 derajat Surabaya&lt;/li&gt;</a:t>
            </a:r>
          </a:p>
          <a:p>
            <a:r>
              <a:rPr lang="id-ID" sz="1400" dirty="0"/>
              <a:t>  &lt;li&gt;35 derajat Bogor&lt;/li&gt;</a:t>
            </a:r>
          </a:p>
          <a:p>
            <a:r>
              <a:rPr lang="id-ID" sz="1400" dirty="0"/>
              <a:t>  &lt;li&gt;Berawan&lt;/li&gt;</a:t>
            </a:r>
          </a:p>
          <a:p>
            <a:r>
              <a:rPr lang="id-ID" sz="1400" dirty="0"/>
              <a:t>&lt;/ul</a:t>
            </a:r>
            <a:r>
              <a:rPr lang="id-ID" sz="1400" dirty="0" smtClean="0"/>
              <a:t>&gt;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1365" y="433969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400" dirty="0"/>
              <a:t>Prosedur:</a:t>
            </a:r>
          </a:p>
          <a:p>
            <a:r>
              <a:rPr lang="id-ID" sz="1400" dirty="0"/>
              <a:t>&lt;ol type="1"&gt;</a:t>
            </a:r>
          </a:p>
          <a:p>
            <a:r>
              <a:rPr lang="it-IT" sz="1400" dirty="0"/>
              <a:t>  &lt;li&gt;Cuci seluruh bahan hingga bersih.&lt;/li&gt;</a:t>
            </a:r>
          </a:p>
          <a:p>
            <a:r>
              <a:rPr lang="sv-SE" sz="1400" dirty="0"/>
              <a:t>  &lt;li&gt;Masukkan dalam penggorengan yang sudah panas.&lt;/li</a:t>
            </a:r>
            <a:r>
              <a:rPr lang="sv-SE" sz="1400" dirty="0" smtClean="0"/>
              <a:t>&gt;</a:t>
            </a:r>
            <a:endParaRPr lang="id-ID" sz="1400" dirty="0" smtClean="0"/>
          </a:p>
          <a:p>
            <a:r>
              <a:rPr lang="it-IT" sz="1400" dirty="0"/>
              <a:t> &lt;li&gt;Goreng selama 10 menit.&lt;/li&gt;</a:t>
            </a:r>
          </a:p>
          <a:p>
            <a:r>
              <a:rPr lang="id-ID" sz="1400" dirty="0"/>
              <a:t>  &lt;li&gt;Jika sudah berwarna kecoklatan angkat.&lt;/li&gt;</a:t>
            </a:r>
          </a:p>
          <a:p>
            <a:r>
              <a:rPr lang="id-ID" sz="1400" dirty="0"/>
              <a:t> &lt;/ol&gt;</a:t>
            </a:r>
          </a:p>
          <a:p>
            <a:r>
              <a:rPr lang="id-ID" sz="1400" dirty="0"/>
              <a:t>&lt;/body&gt;</a:t>
            </a:r>
          </a:p>
          <a:p>
            <a:r>
              <a:rPr lang="id-ID" sz="1400" dirty="0"/>
              <a:t>&lt;/html&gt;</a:t>
            </a:r>
            <a:r>
              <a:rPr lang="sv-SE" sz="1400" dirty="0" smtClean="0"/>
              <a:t> </a:t>
            </a:r>
            <a:endParaRPr lang="id-ID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263" y="2623457"/>
            <a:ext cx="6314790" cy="3553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907</Words>
  <Application>Microsoft Office PowerPoint</Application>
  <PresentationFormat>Custom</PresentationFormat>
  <Paragraphs>120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23</cp:revision>
  <dcterms:created xsi:type="dcterms:W3CDTF">2021-08-16T10:58:02Z</dcterms:created>
  <dcterms:modified xsi:type="dcterms:W3CDTF">2021-08-29T16:21:32Z</dcterms:modified>
</cp:coreProperties>
</file>