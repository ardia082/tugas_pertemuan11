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61" r:id="rId11"/>
    <p:sldId id="259" r:id="rId12"/>
    <p:sldId id="262" r:id="rId13"/>
    <p:sldId id="272" r:id="rId14"/>
    <p:sldId id="264" r:id="rId15"/>
    <p:sldId id="274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40366" y="2614138"/>
            <a:ext cx="35477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HYPERLINK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85" y="1805594"/>
            <a:ext cx="112993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/>
              <a:t>Hyperlink dalam HTML memiliki kemampuan untuk melakukan </a:t>
            </a:r>
            <a:r>
              <a:rPr lang="id-ID" i="1" dirty="0"/>
              <a:t>link  dari </a:t>
            </a:r>
            <a:r>
              <a:rPr lang="id-ID" i="1" dirty="0" smtClean="0"/>
              <a:t>suatu </a:t>
            </a:r>
            <a:r>
              <a:rPr lang="id-ID" dirty="0" smtClean="0"/>
              <a:t>gambar </a:t>
            </a:r>
            <a:r>
              <a:rPr lang="id-ID" dirty="0"/>
              <a:t>atau teks menuju halaman lain atau bagian lain dalam suatu halaman web. </a:t>
            </a:r>
          </a:p>
        </p:txBody>
      </p:sp>
      <p:sp>
        <p:nvSpPr>
          <p:cNvPr id="3" name="Rectangle 2"/>
          <p:cNvSpPr/>
          <p:nvPr/>
        </p:nvSpPr>
        <p:spPr>
          <a:xfrm>
            <a:off x="763959" y="2885098"/>
            <a:ext cx="4568879" cy="17113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i="1" dirty="0"/>
              <a:t>Link </a:t>
            </a:r>
            <a:r>
              <a:rPr lang="id-ID" i="1" dirty="0" smtClean="0"/>
              <a:t>relative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i="1" dirty="0"/>
              <a:t>Link absolute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fi-FI" i="1" dirty="0"/>
              <a:t>Link pada halaman yang sama (link Anchor)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i="1" dirty="0"/>
              <a:t>Link </a:t>
            </a:r>
            <a:r>
              <a:rPr lang="id-ID" i="1" dirty="0" smtClean="0"/>
              <a:t>Email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371388" y="578509"/>
            <a:ext cx="39901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PENGERTIAN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767" y="1248324"/>
            <a:ext cx="160332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i="1" dirty="0" smtClean="0"/>
              <a:t>Link relative</a:t>
            </a:r>
            <a:endParaRPr lang="id-ID" i="1" dirty="0"/>
          </a:p>
        </p:txBody>
      </p:sp>
      <p:sp>
        <p:nvSpPr>
          <p:cNvPr id="3" name="Rectangle 2"/>
          <p:cNvSpPr/>
          <p:nvPr/>
        </p:nvSpPr>
        <p:spPr>
          <a:xfrm>
            <a:off x="1034143" y="1930331"/>
            <a:ext cx="10199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dirty="0"/>
              <a:t>Melakukan </a:t>
            </a:r>
            <a:r>
              <a:rPr lang="fi-FI" i="1" dirty="0"/>
              <a:t>link dari satu halaman ke halaman lain pada website yang sama.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1034143" y="2808922"/>
            <a:ext cx="2881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&lt;a href=”nama file”&gt; … &lt;/a&gt;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4143" y="351202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Contoh :</a:t>
            </a:r>
          </a:p>
          <a:p>
            <a:pPr>
              <a:lnSpc>
                <a:spcPct val="150000"/>
              </a:lnSpc>
            </a:pPr>
            <a:r>
              <a:rPr lang="id-ID" dirty="0"/>
              <a:t>&lt;a href=”perpustakaan.html”&gt;Ruang Baca&lt;/a&gt; 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8832" y="273709"/>
            <a:ext cx="33361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JENIS LINK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356" y="1509588"/>
            <a:ext cx="170065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i="1" dirty="0"/>
              <a:t>Link absolute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8314" y="2082715"/>
            <a:ext cx="10123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Melakukan </a:t>
            </a:r>
            <a:r>
              <a:rPr lang="id-ID" i="1" dirty="0"/>
              <a:t>link  ke halaman web yang berada pada website lain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909132" y="2623866"/>
            <a:ext cx="3537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&lt;a href=”alamat web site”&gt; …. &lt;/a&gt; </a:t>
            </a:r>
          </a:p>
        </p:txBody>
      </p:sp>
      <p:sp>
        <p:nvSpPr>
          <p:cNvPr id="5" name="Rectangle 4"/>
          <p:cNvSpPr/>
          <p:nvPr/>
        </p:nvSpPr>
        <p:spPr>
          <a:xfrm>
            <a:off x="909132" y="320381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Contoh : </a:t>
            </a:r>
          </a:p>
          <a:p>
            <a:pPr>
              <a:lnSpc>
                <a:spcPct val="150000"/>
              </a:lnSpc>
            </a:pPr>
            <a:r>
              <a:rPr lang="pt-BR" dirty="0"/>
              <a:t>&lt;a href="http://www.google.com"&gt;Google&lt;/a&gt; 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608356" y="273709"/>
            <a:ext cx="33361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JENIS LINK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6731" y="1270093"/>
            <a:ext cx="456887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fi-FI" i="1" dirty="0"/>
              <a:t>Link pada halaman yang sama (link Anchor)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6731" y="1744989"/>
            <a:ext cx="10982126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/>
              <a:t>Jenis </a:t>
            </a:r>
            <a:r>
              <a:rPr lang="id-ID" i="1" dirty="0"/>
              <a:t>link ini digunakan ketika halaman web panjang, sehingga harus </a:t>
            </a:r>
            <a:r>
              <a:rPr lang="id-ID" dirty="0" smtClean="0"/>
              <a:t>melakukan </a:t>
            </a:r>
            <a:r>
              <a:rPr lang="id-ID" i="1" dirty="0"/>
              <a:t>scroll berulang-ulang untuk membaca informasi dihalaman </a:t>
            </a:r>
            <a:r>
              <a:rPr lang="id-ID" i="1" dirty="0" smtClean="0"/>
              <a:t>web </a:t>
            </a:r>
            <a:r>
              <a:rPr lang="id-ID" dirty="0" smtClean="0"/>
              <a:t>tersebut</a:t>
            </a:r>
            <a:r>
              <a:rPr lang="id-ID" dirty="0"/>
              <a:t>.  Untuk memudahkan navigasi dalam penelusuran halaman web antar</a:t>
            </a:r>
          </a:p>
          <a:p>
            <a:pPr algn="just">
              <a:lnSpc>
                <a:spcPct val="150000"/>
              </a:lnSpc>
            </a:pPr>
            <a:r>
              <a:rPr lang="id-ID" dirty="0"/>
              <a:t>bagian perlu dibuat link dan memberi nama sebagai alamat tujuan.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83691" y="3245516"/>
            <a:ext cx="3552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&lt;a href=”#nama bagian”&gt; ……. &lt;/a&gt;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651" y="407885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dirty="0"/>
              <a:t>Contoh :</a:t>
            </a:r>
          </a:p>
          <a:p>
            <a:r>
              <a:rPr lang="id-ID" dirty="0"/>
              <a:t>&lt;a href=”#pengenalan”&gt;Pengenalan&lt;/a&gt;</a:t>
            </a:r>
          </a:p>
          <a:p>
            <a:r>
              <a:rPr lang="id-ID" dirty="0"/>
              <a:t>…………</a:t>
            </a:r>
          </a:p>
          <a:p>
            <a:r>
              <a:rPr lang="id-ID" dirty="0"/>
              <a:t>…………</a:t>
            </a:r>
          </a:p>
          <a:p>
            <a:r>
              <a:rPr lang="id-ID" dirty="0"/>
              <a:t>&lt;a name=”pengenalan”&gt;</a:t>
            </a:r>
          </a:p>
          <a:p>
            <a:r>
              <a:rPr lang="id-ID" dirty="0"/>
              <a:t>…………</a:t>
            </a:r>
          </a:p>
          <a:p>
            <a:r>
              <a:rPr lang="id-ID" dirty="0"/>
              <a:t>&lt;/a&gt; </a:t>
            </a:r>
          </a:p>
        </p:txBody>
      </p:sp>
      <p:sp>
        <p:nvSpPr>
          <p:cNvPr id="6" name="Rectangle 5"/>
          <p:cNvSpPr/>
          <p:nvPr/>
        </p:nvSpPr>
        <p:spPr>
          <a:xfrm>
            <a:off x="683691" y="273709"/>
            <a:ext cx="33361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JENIS LINK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7137" y="2021229"/>
            <a:ext cx="14699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i="1" dirty="0"/>
              <a:t>Link Email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965278" y="2551223"/>
            <a:ext cx="5327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i="1" dirty="0"/>
              <a:t>Link yang </a:t>
            </a:r>
            <a:r>
              <a:rPr lang="id-ID" i="1" dirty="0" smtClean="0"/>
              <a:t>bertujuan menghubungkan </a:t>
            </a:r>
            <a:r>
              <a:rPr lang="id-ID" i="1" dirty="0"/>
              <a:t>ke alamat email. 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965278" y="3309680"/>
            <a:ext cx="3891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 smtClean="0"/>
              <a:t>&lt;a href=”mailto:alamat email”&gt;…..&lt;/a&gt; 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965277" y="3925306"/>
            <a:ext cx="84617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Contoh </a:t>
            </a:r>
            <a:r>
              <a:rPr lang="id-ID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id-ID" dirty="0" smtClean="0"/>
              <a:t>&lt;a href=”mailto:endar_nirmala@yahoo.com”&gt;kirim  email&lt;/a&gt; 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397137" y="785338"/>
            <a:ext cx="33361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JENIS LINK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4143" y="1424400"/>
            <a:ext cx="7336971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400" dirty="0"/>
              <a:t>&lt;HTML&gt;</a:t>
            </a:r>
          </a:p>
          <a:p>
            <a:r>
              <a:rPr lang="id-ID" sz="1400" dirty="0"/>
              <a:t>&lt;HEAD&gt;</a:t>
            </a:r>
          </a:p>
          <a:p>
            <a:r>
              <a:rPr lang="id-ID" sz="1400" dirty="0"/>
              <a:t>&lt;TITLE&gt; Contoh Hyperlink &lt;/TITLE&gt;</a:t>
            </a:r>
          </a:p>
          <a:p>
            <a:r>
              <a:rPr lang="id-ID" sz="1400" dirty="0"/>
              <a:t>&lt;/HEAD&gt;</a:t>
            </a:r>
          </a:p>
          <a:p>
            <a:r>
              <a:rPr lang="id-ID" sz="1400" dirty="0"/>
              <a:t>&lt;BODY&gt;</a:t>
            </a:r>
          </a:p>
          <a:p>
            <a:r>
              <a:rPr lang="id-ID" sz="1400" dirty="0"/>
              <a:t>&lt;pre&gt;</a:t>
            </a:r>
          </a:p>
          <a:p>
            <a:r>
              <a:rPr lang="en-US" sz="1400" dirty="0"/>
              <a:t>&lt;</a:t>
            </a:r>
            <a:r>
              <a:rPr lang="en-US" sz="1400" dirty="0" err="1"/>
              <a:t>hr</a:t>
            </a:r>
            <a:r>
              <a:rPr lang="en-US" sz="1400" dirty="0"/>
              <a:t> color="blue" size=3 width=50% align="left"&gt;&lt;font size= 4 color="red"&gt;&lt;a</a:t>
            </a:r>
          </a:p>
          <a:p>
            <a:r>
              <a:rPr lang="en-US" sz="1400" dirty="0" err="1"/>
              <a:t>href</a:t>
            </a:r>
            <a:r>
              <a:rPr lang="en-US" sz="1400" dirty="0"/>
              <a:t>="home.html"&gt;Home&lt;/a&gt; | &lt;a </a:t>
            </a:r>
            <a:r>
              <a:rPr lang="en-US" sz="1400" dirty="0" err="1"/>
              <a:t>href</a:t>
            </a:r>
            <a:r>
              <a:rPr lang="en-US" sz="1400" dirty="0"/>
              <a:t>="profil.html"&gt;</a:t>
            </a:r>
            <a:r>
              <a:rPr lang="en-US" sz="1400" dirty="0" err="1"/>
              <a:t>Profil</a:t>
            </a:r>
            <a:r>
              <a:rPr lang="en-US" sz="1400" dirty="0"/>
              <a:t>&lt;/a&gt; |</a:t>
            </a:r>
          </a:p>
          <a:p>
            <a:r>
              <a:rPr lang="en-US" sz="1400" dirty="0"/>
              <a:t> &lt;a </a:t>
            </a:r>
            <a:r>
              <a:rPr lang="en-US" sz="1400" dirty="0" err="1"/>
              <a:t>href</a:t>
            </a:r>
            <a:r>
              <a:rPr lang="en-US" sz="1400" dirty="0"/>
              <a:t>="about.html"&gt;About&lt;/a&gt; | &lt;a </a:t>
            </a:r>
            <a:r>
              <a:rPr lang="en-US" sz="1400" dirty="0" err="1"/>
              <a:t>href</a:t>
            </a:r>
            <a:r>
              <a:rPr lang="en-US" sz="1400" dirty="0"/>
              <a:t>="galery.html"&gt;Gallery&lt;/a&gt; |</a:t>
            </a:r>
          </a:p>
          <a:p>
            <a:r>
              <a:rPr lang="id-ID" sz="1400" dirty="0"/>
              <a:t> &lt;a href="kontak.html"&gt;Kontak&lt;/a&gt;&lt;/font&gt;</a:t>
            </a:r>
          </a:p>
          <a:p>
            <a:r>
              <a:rPr lang="en-US" sz="1400" dirty="0"/>
              <a:t>&lt;</a:t>
            </a:r>
            <a:r>
              <a:rPr lang="en-US" sz="1400" dirty="0" err="1"/>
              <a:t>hr</a:t>
            </a:r>
            <a:r>
              <a:rPr lang="en-US" sz="1400" dirty="0"/>
              <a:t> color="blue" size=3 width=50% align="left"&gt;</a:t>
            </a:r>
          </a:p>
          <a:p>
            <a:r>
              <a:rPr lang="id-ID" sz="1400" dirty="0"/>
              <a:t>&lt;font size=3&gt;Assalammualaikum.Wr.Wb</a:t>
            </a:r>
            <a:r>
              <a:rPr lang="id-ID" sz="1400" dirty="0" smtClean="0"/>
              <a:t>. </a:t>
            </a:r>
          </a:p>
          <a:p>
            <a:r>
              <a:rPr lang="id-ID" sz="1400" dirty="0" smtClean="0"/>
              <a:t>Apakabar </a:t>
            </a:r>
            <a:r>
              <a:rPr lang="id-ID" sz="1400" dirty="0"/>
              <a:t>semua.  Salam kenal ini adalah web perdanaku.  Web ini berisi </a:t>
            </a:r>
            <a:r>
              <a:rPr lang="id-ID" sz="1400" dirty="0" smtClean="0"/>
              <a:t>informasi tentang </a:t>
            </a:r>
            <a:r>
              <a:rPr lang="id-ID" sz="1400" dirty="0"/>
              <a:t>kegemaranku</a:t>
            </a:r>
            <a:r>
              <a:rPr lang="id-ID" sz="1400" dirty="0" smtClean="0"/>
              <a:t>. &lt;</a:t>
            </a:r>
            <a:r>
              <a:rPr lang="id-ID" sz="1400" dirty="0"/>
              <a:t>br&gt; Semoga web ini dapat menginspirasi Anda </a:t>
            </a:r>
            <a:r>
              <a:rPr lang="id-ID" sz="1400" dirty="0" smtClean="0"/>
              <a:t>pada</a:t>
            </a:r>
            <a:r>
              <a:rPr lang="es-ES" sz="1400" dirty="0" err="1" smtClean="0"/>
              <a:t>waktu</a:t>
            </a:r>
            <a:r>
              <a:rPr lang="es-ES" sz="1400" dirty="0" smtClean="0"/>
              <a:t> </a:t>
            </a:r>
            <a:r>
              <a:rPr lang="es-ES" sz="1400" dirty="0" err="1"/>
              <a:t>liburan</a:t>
            </a:r>
            <a:r>
              <a:rPr lang="es-ES" sz="1400" dirty="0"/>
              <a:t>.   </a:t>
            </a:r>
            <a:endParaRPr lang="id-ID" sz="1400" dirty="0" smtClean="0"/>
          </a:p>
          <a:p>
            <a:r>
              <a:rPr lang="es-ES" sz="1400" dirty="0" smtClean="0"/>
              <a:t>&lt;</a:t>
            </a:r>
            <a:r>
              <a:rPr lang="es-ES" sz="1400" dirty="0"/>
              <a:t>a </a:t>
            </a:r>
            <a:r>
              <a:rPr lang="es-ES" sz="1400" dirty="0" err="1"/>
              <a:t>href</a:t>
            </a:r>
            <a:r>
              <a:rPr lang="es-ES" sz="1400" dirty="0"/>
              <a:t>="http://www.google.com"&gt;google&lt;/a&gt;</a:t>
            </a:r>
          </a:p>
          <a:p>
            <a:r>
              <a:rPr lang="id-ID" sz="1400" dirty="0"/>
              <a:t>Silakan hubungi saya jika ada yang ingin didiskusikan &lt;a</a:t>
            </a:r>
          </a:p>
          <a:p>
            <a:r>
              <a:rPr lang="id-ID" sz="1400" dirty="0"/>
              <a:t>href="mailto:endarnirmala.gmail.com"&gt;email&lt;/a&gt; </a:t>
            </a:r>
            <a:endParaRPr lang="id-ID" sz="1400" dirty="0" smtClean="0"/>
          </a:p>
          <a:p>
            <a:r>
              <a:rPr lang="id-ID" sz="1400" dirty="0"/>
              <a:t>&lt;/font&gt;</a:t>
            </a:r>
          </a:p>
          <a:p>
            <a:r>
              <a:rPr lang="id-ID" sz="1400" dirty="0"/>
              <a:t>&lt;/pre&gt;</a:t>
            </a:r>
          </a:p>
          <a:p>
            <a:r>
              <a:rPr lang="id-ID" sz="1400" dirty="0"/>
              <a:t>&lt;/BODY&gt;</a:t>
            </a:r>
          </a:p>
          <a:p>
            <a:r>
              <a:rPr lang="id-ID" sz="1400" dirty="0"/>
              <a:t>&lt;/HTML&gt;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359" y="192221"/>
            <a:ext cx="3291286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defRPr>
            </a:lvl1pPr>
          </a:lstStyle>
          <a:p>
            <a:r>
              <a:rPr lang="id-ID" dirty="0">
                <a:solidFill>
                  <a:schemeClr val="bg1"/>
                </a:solidFill>
              </a:rPr>
              <a:t>LATIHAN 1</a:t>
            </a:r>
            <a:endParaRPr lang="id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4" y="1547019"/>
            <a:ext cx="10603291" cy="2687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9503" y="120525"/>
            <a:ext cx="1957588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4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defRPr>
            </a:lvl1pPr>
          </a:lstStyle>
          <a:p>
            <a:r>
              <a:rPr lang="id-ID" dirty="0"/>
              <a:t>HASIL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47402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442</Words>
  <Application>Microsoft Office PowerPoint</Application>
  <PresentationFormat>Custom</PresentationFormat>
  <Paragraphs>61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20</cp:revision>
  <dcterms:created xsi:type="dcterms:W3CDTF">2021-08-16T10:58:02Z</dcterms:created>
  <dcterms:modified xsi:type="dcterms:W3CDTF">2021-08-30T15:44:58Z</dcterms:modified>
</cp:coreProperties>
</file>