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48" r:id="rId6"/>
    <p:sldMasterId id="2147483693" r:id="rId7"/>
    <p:sldMasterId id="2147483689" r:id="rId8"/>
  </p:sldMasterIdLst>
  <p:sldIdLst>
    <p:sldId id="258" r:id="rId9"/>
    <p:sldId id="273" r:id="rId10"/>
    <p:sldId id="274" r:id="rId11"/>
    <p:sldId id="275" r:id="rId12"/>
    <p:sldId id="276" r:id="rId13"/>
    <p:sldId id="259" r:id="rId14"/>
    <p:sldId id="264" r:id="rId15"/>
    <p:sldId id="265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20" y="6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346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967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6002215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709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211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12192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768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12192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76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70B6C2-5A8A-40C2-AE98-493677E13A21}"/>
              </a:ext>
            </a:extLst>
          </p:cNvPr>
          <p:cNvSpPr/>
          <p:nvPr userDrawn="1"/>
        </p:nvSpPr>
        <p:spPr>
          <a:xfrm>
            <a:off x="0" y="60292"/>
            <a:ext cx="12192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266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:a16="http://schemas.microsoft.com/office/drawing/2014/main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162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5" r:id="rId3"/>
    <p:sldLayoutId id="2147483652" r:id="rId4"/>
    <p:sldLayoutId id="2147483651" r:id="rId5"/>
    <p:sldLayoutId id="2147483686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19662" y="2614138"/>
            <a:ext cx="258917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I FRAME</a:t>
            </a:r>
            <a:endParaRPr lang="id-ID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49324" y="3498930"/>
            <a:ext cx="54882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800" b="1" dirty="0" smtClean="0"/>
              <a:t>Oleh :</a:t>
            </a:r>
          </a:p>
          <a:p>
            <a:pPr algn="ctr"/>
            <a:r>
              <a:rPr lang="id-ID" sz="2800" b="1" dirty="0" smtClean="0"/>
              <a:t>Tim Dosen Prodi Teknik Informatika</a:t>
            </a: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4811" y="1162425"/>
            <a:ext cx="1064424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id-ID" dirty="0" smtClean="0">
                <a:solidFill>
                  <a:srgbClr val="000000"/>
                </a:solidFill>
                <a:latin typeface="Arial" panose="020B0604020202020204" pitchFamily="34" charset="0"/>
              </a:rPr>
              <a:t>merupakan </a:t>
            </a:r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frame di dalam frame </a:t>
            </a:r>
            <a:r>
              <a:rPr lang="id-ID" dirty="0" smtClean="0">
                <a:solidFill>
                  <a:srgbClr val="000000"/>
                </a:solidFill>
                <a:latin typeface="Arial" panose="020B0604020202020204" pitchFamily="34" charset="0"/>
              </a:rPr>
              <a:t>yang berfungsi </a:t>
            </a:r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untuk meng-embed dokumen lain atau menampilkan konten dari web </a:t>
            </a:r>
            <a:r>
              <a:rPr lang="id-ID" dirty="0" smtClean="0">
                <a:solidFill>
                  <a:srgbClr val="000000"/>
                </a:solidFill>
                <a:latin typeface="Arial" panose="020B0604020202020204" pitchFamily="34" charset="0"/>
              </a:rPr>
              <a:t>lain kedalaman </a:t>
            </a:r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halam web yang sedang aktif , seperti video atau media interaktif  lainnya.</a:t>
            </a:r>
          </a:p>
        </p:txBody>
      </p:sp>
      <p:sp>
        <p:nvSpPr>
          <p:cNvPr id="3" name="Rectangle 2"/>
          <p:cNvSpPr/>
          <p:nvPr/>
        </p:nvSpPr>
        <p:spPr>
          <a:xfrm>
            <a:off x="724396" y="2393316"/>
            <a:ext cx="836022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Perintah iframe di awali dengan </a:t>
            </a:r>
            <a:r>
              <a:rPr lang="id-ID" b="1" dirty="0">
                <a:solidFill>
                  <a:srgbClr val="000000"/>
                </a:solidFill>
                <a:latin typeface="Arial" panose="020B0604020202020204" pitchFamily="34" charset="0"/>
              </a:rPr>
              <a:t>&lt;iframe&gt; </a:t>
            </a:r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diakhiri dengan </a:t>
            </a:r>
            <a:r>
              <a:rPr lang="id-ID" b="1" dirty="0">
                <a:solidFill>
                  <a:srgbClr val="000000"/>
                </a:solidFill>
                <a:latin typeface="Arial" panose="020B0604020202020204" pitchFamily="34" charset="0"/>
              </a:rPr>
              <a:t>&lt;/iframe&gt;</a:t>
            </a:r>
          </a:p>
        </p:txBody>
      </p:sp>
      <p:sp>
        <p:nvSpPr>
          <p:cNvPr id="4" name="Rectangle 3"/>
          <p:cNvSpPr/>
          <p:nvPr/>
        </p:nvSpPr>
        <p:spPr>
          <a:xfrm>
            <a:off x="2134201" y="3070209"/>
            <a:ext cx="33159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&lt;iframe src=” </a:t>
            </a:r>
            <a:r>
              <a:rPr lang="id-ID" i="1" dirty="0">
                <a:solidFill>
                  <a:srgbClr val="000000"/>
                </a:solidFill>
                <a:latin typeface="Arial" panose="020B0604020202020204" pitchFamily="34" charset="0"/>
              </a:rPr>
              <a:t>URL “&gt;&lt;/iframe&gt;</a:t>
            </a:r>
          </a:p>
        </p:txBody>
      </p:sp>
      <p:sp>
        <p:nvSpPr>
          <p:cNvPr id="5" name="Rectangle 4"/>
          <p:cNvSpPr/>
          <p:nvPr/>
        </p:nvSpPr>
        <p:spPr>
          <a:xfrm>
            <a:off x="684810" y="3553368"/>
            <a:ext cx="10644249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Contoh:</a:t>
            </a:r>
          </a:p>
          <a:p>
            <a:pPr>
              <a:lnSpc>
                <a:spcPct val="150000"/>
              </a:lnSpc>
            </a:pPr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&lt;iframe src="http://nirmala.moodle4free.com" frameborder="1" width="100</a:t>
            </a:r>
            <a:r>
              <a:rPr lang="id-ID" dirty="0" smtClean="0">
                <a:solidFill>
                  <a:srgbClr val="000000"/>
                </a:solidFill>
                <a:latin typeface="Arial" panose="020B0604020202020204" pitchFamily="34" charset="0"/>
              </a:rPr>
              <a:t>%“ height</a:t>
            </a:r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="300"&gt;</a:t>
            </a:r>
          </a:p>
          <a:p>
            <a:pPr>
              <a:lnSpc>
                <a:spcPct val="150000"/>
              </a:lnSpc>
            </a:pPr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&lt;p&gt;Tulisan ini akan tampil jika browser tidak support Iframe&lt;/p</a:t>
            </a:r>
            <a:r>
              <a:rPr lang="id-ID" dirty="0" smtClean="0">
                <a:solidFill>
                  <a:srgbClr val="000000"/>
                </a:solidFill>
                <a:latin typeface="Arial" panose="020B0604020202020204" pitchFamily="34" charset="0"/>
              </a:rPr>
              <a:t>&gt; </a:t>
            </a:r>
          </a:p>
          <a:p>
            <a:pPr>
              <a:lnSpc>
                <a:spcPct val="150000"/>
              </a:lnSpc>
            </a:pPr>
            <a:r>
              <a:rPr lang="id-ID" dirty="0" smtClean="0">
                <a:solidFill>
                  <a:srgbClr val="000000"/>
                </a:solidFill>
                <a:latin typeface="Arial" panose="020B0604020202020204" pitchFamily="34" charset="0"/>
              </a:rPr>
              <a:t>&lt;/</a:t>
            </a:r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iframe&gt;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499174" y="441762"/>
            <a:ext cx="20329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Inline Frames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16925" y="3070209"/>
            <a:ext cx="4025735" cy="3693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  <p:sp>
        <p:nvSpPr>
          <p:cNvPr id="8" name="Rectangle 7"/>
          <p:cNvSpPr/>
          <p:nvPr/>
        </p:nvSpPr>
        <p:spPr>
          <a:xfrm>
            <a:off x="748554" y="5482371"/>
            <a:ext cx="1082988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b="1" dirty="0">
                <a:solidFill>
                  <a:srgbClr val="000000"/>
                </a:solidFill>
                <a:latin typeface="Arial" panose="020B0604020202020204" pitchFamily="34" charset="0"/>
              </a:rPr>
              <a:t>Iframe support pada browser:</a:t>
            </a:r>
          </a:p>
          <a:p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Mozilla Firefox, Internet Explorer, Google Chrome, Opera, dan Safari</a:t>
            </a:r>
            <a:r>
              <a:rPr lang="id-ID" b="1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58345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62483" y="596140"/>
            <a:ext cx="31213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Atribut dalam iframes</a:t>
            </a:r>
            <a:endParaRPr lang="id-ID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1314450"/>
            <a:ext cx="85725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442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62483" y="596140"/>
            <a:ext cx="31213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Atribut dalam iframes</a:t>
            </a:r>
            <a:endParaRPr lang="id-ID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512" y="1741780"/>
            <a:ext cx="8562975" cy="43719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b="88119"/>
          <a:stretch/>
        </p:blipFill>
        <p:spPr>
          <a:xfrm>
            <a:off x="1821625" y="1314448"/>
            <a:ext cx="8572500" cy="50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452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62483" y="596140"/>
            <a:ext cx="312136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Atribut dalam iframes</a:t>
            </a:r>
            <a:endParaRPr lang="id-ID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1809750" y="1504450"/>
            <a:ext cx="8572500" cy="3372350"/>
            <a:chOff x="1809750" y="1504450"/>
            <a:chExt cx="8572500" cy="3372350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09750" y="1981200"/>
              <a:ext cx="8572500" cy="2895600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3"/>
            <a:srcRect b="88119"/>
            <a:stretch/>
          </p:blipFill>
          <p:spPr>
            <a:xfrm>
              <a:off x="1809750" y="1504450"/>
              <a:ext cx="8572500" cy="5024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37638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589" y="1385111"/>
            <a:ext cx="5715357" cy="3857112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637310" y="1385111"/>
            <a:ext cx="5205350" cy="3046988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id-ID" sz="1600" dirty="0" smtClean="0">
                <a:solidFill>
                  <a:srgbClr val="000000"/>
                </a:solidFill>
                <a:latin typeface="Arial" panose="020B0604020202020204" pitchFamily="34" charset="0"/>
              </a:rPr>
              <a:t>&lt;</a:t>
            </a:r>
            <a:r>
              <a:rPr lang="id-ID" sz="1600" dirty="0">
                <a:solidFill>
                  <a:srgbClr val="000000"/>
                </a:solidFill>
                <a:latin typeface="Arial" panose="020B0604020202020204" pitchFamily="34" charset="0"/>
              </a:rPr>
              <a:t>HTML&gt;</a:t>
            </a:r>
          </a:p>
          <a:p>
            <a:r>
              <a:rPr lang="id-ID" sz="1600" dirty="0">
                <a:solidFill>
                  <a:srgbClr val="000000"/>
                </a:solidFill>
                <a:latin typeface="Arial" panose="020B0604020202020204" pitchFamily="34" charset="0"/>
              </a:rPr>
              <a:t>&lt;HEAD&gt;</a:t>
            </a:r>
          </a:p>
          <a:p>
            <a:r>
              <a:rPr lang="id-ID" sz="1600" dirty="0">
                <a:solidFill>
                  <a:srgbClr val="000000"/>
                </a:solidFill>
                <a:latin typeface="Arial" panose="020B0604020202020204" pitchFamily="34" charset="0"/>
              </a:rPr>
              <a:t>&lt;TITLE&gt; New Document &lt;/TITLE&gt;</a:t>
            </a:r>
          </a:p>
          <a:p>
            <a:r>
              <a:rPr lang="id-ID" sz="1600" dirty="0">
                <a:solidFill>
                  <a:srgbClr val="000000"/>
                </a:solidFill>
                <a:latin typeface="Arial" panose="020B0604020202020204" pitchFamily="34" charset="0"/>
              </a:rPr>
              <a:t>&lt;/HEAD&gt;</a:t>
            </a:r>
          </a:p>
          <a:p>
            <a:r>
              <a:rPr lang="id-ID" sz="1600" dirty="0">
                <a:solidFill>
                  <a:srgbClr val="000000"/>
                </a:solidFill>
                <a:latin typeface="Arial" panose="020B0604020202020204" pitchFamily="34" charset="0"/>
              </a:rPr>
              <a:t>&lt;BODY&gt;</a:t>
            </a:r>
          </a:p>
          <a:p>
            <a:r>
              <a:rPr lang="id-ID" sz="1600" dirty="0">
                <a:solidFill>
                  <a:srgbClr val="000000"/>
                </a:solidFill>
                <a:latin typeface="Arial" panose="020B0604020202020204" pitchFamily="34" charset="0"/>
              </a:rPr>
              <a:t>&lt;h1&gt;Penggunaan IFRAME | https://indarnirmala.wordpress.com/&lt;/h1&gt; </a:t>
            </a:r>
          </a:p>
          <a:p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 &lt;iframe </a:t>
            </a:r>
            <a:r>
              <a:rPr lang="en-US" sz="1600" dirty="0" err="1">
                <a:solidFill>
                  <a:srgbClr val="000000"/>
                </a:solidFill>
                <a:latin typeface="Arial" panose="020B0604020202020204" pitchFamily="34" charset="0"/>
              </a:rPr>
              <a:t>src</a:t>
            </a: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</a:rPr>
              <a:t>="https://indarnirmala.wordpress.com" height="550px"</a:t>
            </a:r>
          </a:p>
          <a:p>
            <a:r>
              <a:rPr lang="id-ID" sz="1600" dirty="0">
                <a:solidFill>
                  <a:srgbClr val="000000"/>
                </a:solidFill>
                <a:latin typeface="Arial" panose="020B0604020202020204" pitchFamily="34" charset="0"/>
              </a:rPr>
              <a:t>width="900px"&gt;&lt;/iframe&gt;</a:t>
            </a:r>
          </a:p>
          <a:p>
            <a:r>
              <a:rPr lang="id-ID" sz="1600" dirty="0">
                <a:solidFill>
                  <a:srgbClr val="000000"/>
                </a:solidFill>
                <a:latin typeface="Arial" panose="020B0604020202020204" pitchFamily="34" charset="0"/>
              </a:rPr>
              <a:t>&lt;/BODY&gt;</a:t>
            </a:r>
          </a:p>
          <a:p>
            <a:r>
              <a:rPr lang="id-ID" sz="1600" dirty="0">
                <a:solidFill>
                  <a:srgbClr val="000000"/>
                </a:solidFill>
                <a:latin typeface="Arial" panose="020B0604020202020204" pitchFamily="34" charset="0"/>
              </a:rPr>
              <a:t>&lt;/HTML</a:t>
            </a:r>
            <a:r>
              <a:rPr lang="id-ID" sz="1600" dirty="0" smtClean="0">
                <a:solidFill>
                  <a:srgbClr val="000000"/>
                </a:solidFill>
                <a:latin typeface="Arial" panose="020B0604020202020204" pitchFamily="34" charset="0"/>
              </a:rPr>
              <a:t>&gt;</a:t>
            </a:r>
            <a:endParaRPr lang="id-ID" sz="16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7310" y="597608"/>
            <a:ext cx="39180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Contoh Penggunaan IFrame</a:t>
            </a:r>
            <a:endParaRPr lang="id-ID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04662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93569" y="1800101"/>
            <a:ext cx="9207335" cy="2862322"/>
          </a:xfrm>
          <a:prstGeom prst="rect">
            <a:avLst/>
          </a:prstGeom>
          <a:ln>
            <a:solidFill>
              <a:schemeClr val="tx1"/>
            </a:solidFill>
            <a:prstDash val="lgDash"/>
          </a:ln>
        </p:spPr>
        <p:txBody>
          <a:bodyPr wrap="square">
            <a:spAutoFit/>
          </a:bodyPr>
          <a:lstStyle/>
          <a:p>
            <a:r>
              <a:rPr lang="id-ID" dirty="0" smtClean="0">
                <a:solidFill>
                  <a:srgbClr val="000000"/>
                </a:solidFill>
                <a:latin typeface="Arial" panose="020B0604020202020204" pitchFamily="34" charset="0"/>
              </a:rPr>
              <a:t>&lt;</a:t>
            </a:r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html&gt; </a:t>
            </a:r>
          </a:p>
          <a:p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&lt;head&gt; </a:t>
            </a:r>
          </a:p>
          <a:p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&lt;title&gt;Penggunaan Iframe&lt;/title&gt; </a:t>
            </a:r>
          </a:p>
          <a:p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&lt;/head&gt; </a:t>
            </a:r>
          </a:p>
          <a:p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&lt;body&gt; </a:t>
            </a:r>
          </a:p>
          <a:p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&lt;h2&gt;Implementasi Penggunaan Iframe &lt;/h2&gt; </a:t>
            </a:r>
          </a:p>
          <a:p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&lt;p&gt;Anda dapat mensetting tinggi dan lebar dari Iframe dengan </a:t>
            </a:r>
            <a:r>
              <a:rPr lang="id-ID" dirty="0" smtClean="0">
                <a:solidFill>
                  <a:srgbClr val="000000"/>
                </a:solidFill>
                <a:latin typeface="Arial" panose="020B0604020202020204" pitchFamily="34" charset="0"/>
              </a:rPr>
              <a:t>menggunakan CSS</a:t>
            </a:r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&lt;/p&gt; </a:t>
            </a:r>
          </a:p>
          <a:p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&lt;iframe src="iframe2.html" style="height: 275 px; width=325 px"&gt;&lt;/iframe&gt; </a:t>
            </a:r>
          </a:p>
          <a:p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&lt;/body&gt; </a:t>
            </a:r>
          </a:p>
          <a:p>
            <a:r>
              <a:rPr lang="id-ID" dirty="0">
                <a:solidFill>
                  <a:srgbClr val="000000"/>
                </a:solidFill>
                <a:latin typeface="Arial" panose="020B0604020202020204" pitchFamily="34" charset="0"/>
              </a:rPr>
              <a:t>&lt;/html&gt; </a:t>
            </a:r>
            <a:endParaRPr lang="id-ID" dirty="0"/>
          </a:p>
        </p:txBody>
      </p:sp>
      <p:sp>
        <p:nvSpPr>
          <p:cNvPr id="3" name="Rectangle 2"/>
          <p:cNvSpPr/>
          <p:nvPr/>
        </p:nvSpPr>
        <p:spPr>
          <a:xfrm>
            <a:off x="774097" y="406134"/>
            <a:ext cx="14830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Latihan 1</a:t>
            </a:r>
            <a:endParaRPr lang="id-ID" sz="2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7411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2049" y="1797639"/>
            <a:ext cx="7808621" cy="374813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Rectangle 4"/>
          <p:cNvSpPr/>
          <p:nvPr/>
        </p:nvSpPr>
        <p:spPr>
          <a:xfrm>
            <a:off x="558792" y="893022"/>
            <a:ext cx="419377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Hasil Tampilan pada Browser</a:t>
            </a:r>
            <a:endParaRPr lang="id-ID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05854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7D5B0-CAF7-45A2-B0D1-E8315A4F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BBBC7-7D6D-4A56-8061-F6B2DFE2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35" y="765818"/>
            <a:ext cx="10515600" cy="1325563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1734</TotalTime>
  <Words>256</Words>
  <Application>Microsoft Office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8</vt:i4>
      </vt:variant>
      <vt:variant>
        <vt:lpstr>Slide Titles</vt:lpstr>
      </vt:variant>
      <vt:variant>
        <vt:i4>11</vt:i4>
      </vt:variant>
    </vt:vector>
  </HeadingPairs>
  <TitlesOfParts>
    <vt:vector size="23" baseType="lpstr">
      <vt:lpstr>Adobe Ming Std L</vt:lpstr>
      <vt:lpstr>Arial</vt:lpstr>
      <vt:lpstr>Calibri</vt:lpstr>
      <vt:lpstr>Calibri Light</vt:lpstr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daz</cp:lastModifiedBy>
  <cp:revision>24</cp:revision>
  <dcterms:created xsi:type="dcterms:W3CDTF">2021-08-16T10:58:02Z</dcterms:created>
  <dcterms:modified xsi:type="dcterms:W3CDTF">2021-08-30T03:53:26Z</dcterms:modified>
</cp:coreProperties>
</file>