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65" r:id="rId16"/>
    <p:sldId id="267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xmlns="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xmlns="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xmlns="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13625" y="2614138"/>
            <a:ext cx="22012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TABEL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3" y="1035707"/>
            <a:ext cx="11114314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Perintah HTML</a:t>
            </a:r>
            <a:r>
              <a:rPr lang="id-ID" i="1" dirty="0"/>
              <a:t>  untuk  membuat tabel menggunakan Tag &lt;table&gt;. </a:t>
            </a:r>
            <a:r>
              <a:rPr lang="id-ID" i="1" dirty="0" smtClean="0"/>
              <a:t>Tabel </a:t>
            </a:r>
            <a:r>
              <a:rPr lang="id-ID" dirty="0" smtClean="0"/>
              <a:t>terdiri </a:t>
            </a:r>
            <a:r>
              <a:rPr lang="id-ID" dirty="0"/>
              <a:t>dari baris dan kolom, yang desebut setiap kolom disebut sel.  Struktur </a:t>
            </a:r>
            <a:r>
              <a:rPr lang="id-ID" dirty="0" smtClean="0"/>
              <a:t>tabel terdiri </a:t>
            </a:r>
            <a:r>
              <a:rPr lang="id-ID" dirty="0"/>
              <a:t>dari: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892628" y="2180549"/>
            <a:ext cx="7630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&lt;table border=”n” </a:t>
            </a:r>
            <a:r>
              <a:rPr lang="en-US" dirty="0" err="1"/>
              <a:t>cellpadding</a:t>
            </a:r>
            <a:r>
              <a:rPr lang="en-US" dirty="0"/>
              <a:t>=”n” </a:t>
            </a:r>
            <a:r>
              <a:rPr lang="en-US" dirty="0" err="1"/>
              <a:t>cellspacing</a:t>
            </a:r>
            <a:r>
              <a:rPr lang="en-US" dirty="0"/>
              <a:t>=”n</a:t>
            </a:r>
            <a:r>
              <a:rPr lang="en-US" dirty="0" smtClean="0"/>
              <a:t>“&gt;</a:t>
            </a:r>
            <a:r>
              <a:rPr lang="id-ID" dirty="0" smtClean="0"/>
              <a:t> ……….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500743" y="29812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Border : garis pada tabel ;  </a:t>
            </a:r>
            <a:r>
              <a:rPr lang="pt-BR" dirty="0" smtClean="0"/>
              <a:t>n</a:t>
            </a:r>
            <a:r>
              <a:rPr lang="id-ID" dirty="0" smtClean="0"/>
              <a:t> </a:t>
            </a:r>
            <a:r>
              <a:rPr lang="pt-BR" dirty="0" smtClean="0"/>
              <a:t>=</a:t>
            </a:r>
            <a:r>
              <a:rPr lang="id-ID" dirty="0" smtClean="0"/>
              <a:t> </a:t>
            </a:r>
            <a:r>
              <a:rPr lang="pt-BR" dirty="0" smtClean="0"/>
              <a:t>0</a:t>
            </a:r>
            <a:r>
              <a:rPr lang="pt-BR" dirty="0"/>
              <a:t>, 1, 2, .. dst </a:t>
            </a:r>
          </a:p>
          <a:p>
            <a:r>
              <a:rPr lang="nb-NO" dirty="0"/>
              <a:t>Cellpadding : spasi antar sel dan border </a:t>
            </a:r>
          </a:p>
          <a:p>
            <a:r>
              <a:rPr lang="id-ID" dirty="0"/>
              <a:t>Cellspacing : jarak antar </a:t>
            </a:r>
            <a:r>
              <a:rPr lang="id-ID" dirty="0" smtClean="0"/>
              <a:t>sel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500743" y="4757449"/>
            <a:ext cx="3417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&lt;caption align=”…”&gt; … &lt;/caption&gt;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500742" y="4358476"/>
            <a:ext cx="10025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Judul tabel, dalam keadaan awal ditampilkan  ditengah atas tabel.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4053" y="1850962"/>
            <a:ext cx="2334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&lt;tr align=”…”&gt; … &lt;/tr&gt;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437187" y="1317563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 Baris.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118" y="2548812"/>
            <a:ext cx="1465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i="1" dirty="0"/>
              <a:t>Table Header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814053" y="325442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&lt;th&gt; … &lt;/th&gt;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517305" y="4006325"/>
            <a:ext cx="2044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Kolom atau Sel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14053" y="4561496"/>
            <a:ext cx="144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&lt;td&gt; … &lt;/td&gt;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570" y="1143897"/>
            <a:ext cx="104285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Atribut tabel : </a:t>
            </a:r>
          </a:p>
          <a:p>
            <a:pPr>
              <a:lnSpc>
                <a:spcPct val="150000"/>
              </a:lnSpc>
            </a:pPr>
            <a:r>
              <a:rPr lang="id-ID" dirty="0"/>
              <a:t>Align = {left | center | right }   </a:t>
            </a:r>
            <a:r>
              <a:rPr lang="id-ID" dirty="0" smtClean="0"/>
              <a:t>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horizontal alignment  </a:t>
            </a:r>
          </a:p>
          <a:p>
            <a:pPr>
              <a:lnSpc>
                <a:spcPct val="150000"/>
              </a:lnSpc>
            </a:pPr>
            <a:r>
              <a:rPr lang="id-ID" dirty="0"/>
              <a:t>Valign = {top | middle | bottom } </a:t>
            </a:r>
            <a:r>
              <a:rPr lang="id-ID" dirty="0" smtClean="0"/>
              <a:t>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vertical alignment  </a:t>
            </a:r>
          </a:p>
          <a:p>
            <a:pPr>
              <a:lnSpc>
                <a:spcPct val="150000"/>
              </a:lnSpc>
            </a:pPr>
            <a:r>
              <a:rPr lang="id-ID" dirty="0"/>
              <a:t>Colspan = n   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menggabungkan beberapa kolom </a:t>
            </a:r>
          </a:p>
          <a:p>
            <a:pPr>
              <a:lnSpc>
                <a:spcPct val="150000"/>
              </a:lnSpc>
            </a:pPr>
            <a:r>
              <a:rPr lang="id-ID" dirty="0"/>
              <a:t>Rowspan = n  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menggabungkan beberapa baris </a:t>
            </a:r>
          </a:p>
          <a:p>
            <a:pPr>
              <a:lnSpc>
                <a:spcPct val="150000"/>
              </a:lnSpc>
            </a:pPr>
            <a:r>
              <a:rPr lang="id-ID" dirty="0"/>
              <a:t>Dalam keadaan awal tabel ditampilkan  pada halaman browser rata kiri.  </a:t>
            </a:r>
            <a:r>
              <a:rPr lang="id-ID" dirty="0" smtClean="0"/>
              <a:t>Posisi tabel </a:t>
            </a:r>
            <a:r>
              <a:rPr lang="id-ID" dirty="0"/>
              <a:t>dapat disetting menggunakan perintah &lt;div align=” “ &gt; sebelum  </a:t>
            </a:r>
            <a:r>
              <a:rPr lang="id-ID" dirty="0" smtClean="0"/>
              <a:t>tag &lt;tabel</a:t>
            </a:r>
            <a:r>
              <a:rPr lang="id-ID" dirty="0"/>
              <a:t>&gt; dan ditutup dengan &lt;/div&gt; setelah tag &lt;/tabel&gt;, atau dapat </a:t>
            </a:r>
            <a:r>
              <a:rPr lang="id-ID" dirty="0" smtClean="0"/>
              <a:t>juga langsung </a:t>
            </a:r>
            <a:r>
              <a:rPr lang="id-ID" dirty="0"/>
              <a:t>dalam perintah tabel &lt;table align=”..”&gt;.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083437"/>
            <a:ext cx="772885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500" dirty="0"/>
              <a:t>&lt;html&gt; </a:t>
            </a:r>
          </a:p>
          <a:p>
            <a:r>
              <a:rPr lang="id-ID" sz="1500" dirty="0"/>
              <a:t>&lt;head&gt; </a:t>
            </a:r>
          </a:p>
          <a:p>
            <a:r>
              <a:rPr lang="id-ID" sz="1500" dirty="0"/>
              <a:t>&lt;title&gt;Belajar HTML Table&lt;/title&gt; </a:t>
            </a:r>
          </a:p>
          <a:p>
            <a:r>
              <a:rPr lang="id-ID" sz="1500" dirty="0"/>
              <a:t>&lt;/head&gt; </a:t>
            </a:r>
          </a:p>
          <a:p>
            <a:r>
              <a:rPr lang="id-ID" sz="1500" dirty="0"/>
              <a:t>&lt;body&gt; </a:t>
            </a:r>
          </a:p>
          <a:p>
            <a:r>
              <a:rPr lang="id-ID" sz="1500" dirty="0"/>
              <a:t>&lt;div align="center"&gt; </a:t>
            </a:r>
          </a:p>
          <a:p>
            <a:r>
              <a:rPr lang="en-US" sz="1500" dirty="0"/>
              <a:t>&lt;table border="2" width="450"&gt; </a:t>
            </a:r>
          </a:p>
          <a:p>
            <a:r>
              <a:rPr lang="id-ID" sz="1500" dirty="0"/>
              <a:t>&lt;tr&gt; </a:t>
            </a:r>
            <a:r>
              <a:rPr lang="id-ID" sz="1500" dirty="0" smtClean="0"/>
              <a:t>&lt;</a:t>
            </a:r>
            <a:r>
              <a:rPr lang="id-ID" sz="1500" dirty="0"/>
              <a:t>td colspan="3" bgcolor="#FF9900"&gt;Kolom 1,2 dan 3 </a:t>
            </a:r>
            <a:r>
              <a:rPr lang="id-ID" sz="1500" dirty="0" smtClean="0"/>
              <a:t>dengan colspan </a:t>
            </a:r>
            <a:r>
              <a:rPr lang="id-ID" sz="1500" dirty="0"/>
              <a:t>&lt;/td</a:t>
            </a:r>
            <a:r>
              <a:rPr lang="id-ID" sz="1500" dirty="0" smtClean="0"/>
              <a:t>&gt; &lt;/</a:t>
            </a:r>
            <a:r>
              <a:rPr lang="id-ID" sz="1500" dirty="0"/>
              <a:t>tr&gt; </a:t>
            </a:r>
          </a:p>
          <a:p>
            <a:r>
              <a:rPr lang="id-ID" sz="1500" dirty="0"/>
              <a:t>&lt;tr&gt; </a:t>
            </a:r>
            <a:r>
              <a:rPr lang="id-ID" sz="1500" dirty="0" smtClean="0"/>
              <a:t>&lt;</a:t>
            </a:r>
            <a:r>
              <a:rPr lang="id-ID" sz="1500" dirty="0"/>
              <a:t>td rowspan="2"&gt;Kolom 1A&lt;br&gt;+Kolom 1B (rowspan)&lt;/td&gt; </a:t>
            </a:r>
            <a:r>
              <a:rPr lang="id-ID" sz="1500" dirty="0" smtClean="0"/>
              <a:t>&lt;</a:t>
            </a:r>
            <a:r>
              <a:rPr lang="id-ID" sz="1500" dirty="0"/>
              <a:t>td&gt;Kolom 2A&lt;/td&gt; </a:t>
            </a:r>
            <a:endParaRPr lang="id-ID" sz="1500" dirty="0" smtClean="0"/>
          </a:p>
          <a:p>
            <a:r>
              <a:rPr lang="id-ID" sz="1500" dirty="0" smtClean="0"/>
              <a:t>&lt;</a:t>
            </a:r>
            <a:r>
              <a:rPr lang="id-ID" sz="1500" dirty="0"/>
              <a:t>td rowspan="2"&gt;Kolom 3A&lt;br&gt;+Kolom 3B (rowspan)&lt;/td</a:t>
            </a:r>
            <a:r>
              <a:rPr lang="id-ID" sz="1500" dirty="0" smtClean="0"/>
              <a:t>&gt;&lt;/</a:t>
            </a:r>
            <a:r>
              <a:rPr lang="id-ID" sz="1500" dirty="0"/>
              <a:t>tr&gt; </a:t>
            </a:r>
          </a:p>
          <a:p>
            <a:r>
              <a:rPr lang="id-ID" sz="1500" dirty="0"/>
              <a:t>&lt;tr&gt; </a:t>
            </a:r>
            <a:r>
              <a:rPr lang="id-ID" sz="1500" dirty="0" smtClean="0"/>
              <a:t>&lt;</a:t>
            </a:r>
            <a:r>
              <a:rPr lang="id-ID" sz="1500" dirty="0"/>
              <a:t>td width=100 height=137&gt; </a:t>
            </a:r>
          </a:p>
          <a:p>
            <a:r>
              <a:rPr lang="en-US" sz="1500" dirty="0"/>
              <a:t>&lt;</a:t>
            </a:r>
            <a:r>
              <a:rPr lang="en-US" sz="1500" dirty="0" err="1"/>
              <a:t>img</a:t>
            </a:r>
            <a:r>
              <a:rPr lang="en-US" sz="1500" dirty="0"/>
              <a:t> title="</a:t>
            </a:r>
            <a:r>
              <a:rPr lang="en-US" sz="1500" dirty="0" err="1"/>
              <a:t>myPerform</a:t>
            </a:r>
            <a:r>
              <a:rPr lang="en-US" sz="1500" dirty="0"/>
              <a:t>" </a:t>
            </a:r>
            <a:r>
              <a:rPr lang="en-US" sz="1500" dirty="0" err="1"/>
              <a:t>src</a:t>
            </a:r>
            <a:r>
              <a:rPr lang="en-US" sz="1500" dirty="0"/>
              <a:t>="perform4.gif" width=250 height=250 alt="</a:t>
            </a:r>
            <a:r>
              <a:rPr lang="en-US" sz="1500" dirty="0" err="1"/>
              <a:t>myPicture</a:t>
            </a:r>
            <a:r>
              <a:rPr lang="en-US" sz="1500" dirty="0"/>
              <a:t>"&gt; </a:t>
            </a:r>
          </a:p>
          <a:p>
            <a:r>
              <a:rPr lang="id-ID" sz="1500" dirty="0"/>
              <a:t>&lt;/td</a:t>
            </a:r>
            <a:r>
              <a:rPr lang="id-ID" sz="1500" dirty="0" smtClean="0"/>
              <a:t>&gt; &lt;/</a:t>
            </a:r>
            <a:r>
              <a:rPr lang="id-ID" sz="1500" dirty="0"/>
              <a:t>tr&gt; </a:t>
            </a:r>
            <a:endParaRPr lang="id-ID" sz="1500" dirty="0" smtClean="0"/>
          </a:p>
          <a:p>
            <a:r>
              <a:rPr lang="id-ID" sz="1500" dirty="0" smtClean="0"/>
              <a:t>&lt;</a:t>
            </a:r>
            <a:r>
              <a:rPr lang="id-ID" sz="1500" dirty="0"/>
              <a:t>tr&gt; </a:t>
            </a:r>
            <a:r>
              <a:rPr lang="id-ID" sz="1500" dirty="0" smtClean="0"/>
              <a:t>&lt;</a:t>
            </a:r>
            <a:r>
              <a:rPr lang="id-ID" sz="1500" dirty="0"/>
              <a:t>td&gt;Kolom 1C&lt;/td&gt;&lt;td&gt;Kolom 2C&lt;/td&gt;&lt;td&gt;Kolom 3C&lt;/td&gt; </a:t>
            </a:r>
            <a:r>
              <a:rPr lang="id-ID" sz="1500" dirty="0" smtClean="0"/>
              <a:t>&lt;/</a:t>
            </a:r>
            <a:r>
              <a:rPr lang="id-ID" sz="1500" dirty="0"/>
              <a:t>tr&gt; </a:t>
            </a:r>
          </a:p>
          <a:p>
            <a:r>
              <a:rPr lang="id-ID" sz="1500" dirty="0"/>
              <a:t>&lt;/table&gt; </a:t>
            </a:r>
          </a:p>
          <a:p>
            <a:r>
              <a:rPr lang="id-ID" sz="1500" dirty="0"/>
              <a:t>&lt;/div&gt; </a:t>
            </a:r>
          </a:p>
          <a:p>
            <a:r>
              <a:rPr lang="id-ID" sz="1500" dirty="0"/>
              <a:t>&lt;/body&gt; </a:t>
            </a:r>
          </a:p>
          <a:p>
            <a:r>
              <a:rPr lang="id-ID" sz="1500" dirty="0"/>
              <a:t>&lt;/html&gt; </a:t>
            </a:r>
            <a:r>
              <a:rPr lang="id-ID" sz="1500" dirty="0" smtClean="0"/>
              <a:t> </a:t>
            </a:r>
            <a:endParaRPr lang="id-ID" sz="1500" dirty="0"/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667" y="1203553"/>
            <a:ext cx="4344648" cy="4663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815" y="1212226"/>
            <a:ext cx="6096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400" dirty="0"/>
              <a:t>&lt;html&gt;  </a:t>
            </a:r>
          </a:p>
          <a:p>
            <a:r>
              <a:rPr lang="id-ID" sz="1400" dirty="0"/>
              <a:t>&lt;head&gt; </a:t>
            </a:r>
          </a:p>
          <a:p>
            <a:r>
              <a:rPr lang="id-ID" sz="1400" dirty="0"/>
              <a:t>&lt;title&gt;Penggunaan Tabel Dalam HTML&lt;/title&gt; </a:t>
            </a:r>
          </a:p>
          <a:p>
            <a:r>
              <a:rPr lang="id-ID" sz="1400" dirty="0"/>
              <a:t>&lt;/head&gt; </a:t>
            </a:r>
          </a:p>
          <a:p>
            <a:r>
              <a:rPr lang="id-ID" sz="1400" dirty="0"/>
              <a:t>&lt;body&gt; </a:t>
            </a:r>
          </a:p>
          <a:p>
            <a:r>
              <a:rPr lang="en-US" sz="1400" dirty="0"/>
              <a:t>&lt;table </a:t>
            </a:r>
            <a:r>
              <a:rPr lang="en-US" sz="1400" dirty="0" err="1"/>
              <a:t>cellspacing</a:t>
            </a:r>
            <a:r>
              <a:rPr lang="en-US" sz="1400" dirty="0"/>
              <a:t>="2" </a:t>
            </a:r>
            <a:r>
              <a:rPr lang="en-US" sz="1400" dirty="0" err="1"/>
              <a:t>cellpadding</a:t>
            </a:r>
            <a:r>
              <a:rPr lang="en-US" sz="1400" dirty="0"/>
              <a:t>="2"  border="1" width="70%" &gt; </a:t>
            </a:r>
          </a:p>
          <a:p>
            <a:r>
              <a:rPr lang="id-ID" sz="1400" dirty="0"/>
              <a:t>&lt;caption&gt;BIODATA SISWA&lt;/caption&gt; </a:t>
            </a:r>
          </a:p>
          <a:p>
            <a:r>
              <a:rPr lang="id-ID" sz="1400" dirty="0"/>
              <a:t>   &lt;tr&gt; </a:t>
            </a:r>
          </a:p>
          <a:p>
            <a:r>
              <a:rPr lang="en-US" sz="1400" dirty="0"/>
              <a:t>      &lt;</a:t>
            </a:r>
            <a:r>
              <a:rPr lang="en-US" sz="1400" dirty="0" err="1"/>
              <a:t>th</a:t>
            </a:r>
            <a:r>
              <a:rPr lang="en-US" sz="1400" dirty="0"/>
              <a:t> width="15%"&gt;&lt;font color="blue" face="Arial" size="4"&gt;</a:t>
            </a:r>
            <a:r>
              <a:rPr lang="en-US" sz="1400" dirty="0" err="1"/>
              <a:t>Nama</a:t>
            </a:r>
            <a:r>
              <a:rPr lang="en-US" sz="1400" dirty="0"/>
              <a:t>&lt;/font&gt;&lt;/</a:t>
            </a:r>
            <a:r>
              <a:rPr lang="en-US" sz="1400" dirty="0" err="1"/>
              <a:t>th</a:t>
            </a:r>
            <a:r>
              <a:rPr lang="en-US" sz="1400" dirty="0"/>
              <a:t>&gt; </a:t>
            </a:r>
          </a:p>
          <a:p>
            <a:r>
              <a:rPr lang="en-US" sz="1400" dirty="0"/>
              <a:t>      &lt;</a:t>
            </a:r>
            <a:r>
              <a:rPr lang="en-US" sz="1400" dirty="0" err="1"/>
              <a:t>th</a:t>
            </a:r>
            <a:r>
              <a:rPr lang="en-US" sz="1400" dirty="0"/>
              <a:t> width="16%"&gt;</a:t>
            </a:r>
            <a:r>
              <a:rPr lang="en-US" sz="1400" dirty="0" err="1"/>
              <a:t>Alamat</a:t>
            </a:r>
            <a:r>
              <a:rPr lang="en-US" sz="1400" dirty="0"/>
              <a:t>&lt;/</a:t>
            </a:r>
            <a:r>
              <a:rPr lang="en-US" sz="1400" dirty="0" err="1"/>
              <a:t>th</a:t>
            </a:r>
            <a:r>
              <a:rPr lang="en-US" sz="1400" dirty="0"/>
              <a:t>&gt; </a:t>
            </a:r>
          </a:p>
          <a:p>
            <a:r>
              <a:rPr lang="en-US" sz="1400" dirty="0"/>
              <a:t>      &lt;</a:t>
            </a:r>
            <a:r>
              <a:rPr lang="en-US" sz="1400" dirty="0" err="1"/>
              <a:t>th</a:t>
            </a:r>
            <a:r>
              <a:rPr lang="en-US" sz="1400" dirty="0"/>
              <a:t> width="39%" </a:t>
            </a:r>
            <a:r>
              <a:rPr lang="en-US" sz="1400" dirty="0" err="1"/>
              <a:t>colspan</a:t>
            </a:r>
            <a:r>
              <a:rPr lang="en-US" sz="1400" dirty="0"/>
              <a:t>="3" align="center"&gt;</a:t>
            </a:r>
            <a:r>
              <a:rPr lang="en-US" sz="1400" dirty="0" err="1"/>
              <a:t>Telepon</a:t>
            </a:r>
            <a:r>
              <a:rPr lang="en-US" sz="1400" dirty="0"/>
              <a:t>&lt;/</a:t>
            </a:r>
            <a:r>
              <a:rPr lang="en-US" sz="1400" dirty="0" err="1"/>
              <a:t>th</a:t>
            </a:r>
            <a:r>
              <a:rPr lang="en-US" sz="1400" dirty="0" smtClean="0"/>
              <a:t>&gt;</a:t>
            </a:r>
            <a:endParaRPr lang="id-ID" sz="1400" dirty="0" smtClean="0"/>
          </a:p>
          <a:p>
            <a:r>
              <a:rPr lang="id-ID" sz="1400" dirty="0"/>
              <a:t>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sv-SE" sz="1400" dirty="0"/>
              <a:t>      &lt;td width="15%"&gt;Endar Nirmala&lt;/td&gt; </a:t>
            </a:r>
          </a:p>
          <a:p>
            <a:r>
              <a:rPr lang="id-ID" sz="1400" dirty="0"/>
              <a:t>      &lt;td width="16%"&gt;&amp;nbsp;Jl. Rasamala 3, Jakarta&lt;/td&gt; </a:t>
            </a:r>
          </a:p>
          <a:p>
            <a:r>
              <a:rPr lang="en-US" sz="1400" dirty="0"/>
              <a:t>      &lt;td width="13%" align="center"&gt;021 - 5678910&lt;/td&gt; </a:t>
            </a:r>
          </a:p>
          <a:p>
            <a:r>
              <a:rPr lang="en-US" sz="1400" dirty="0"/>
              <a:t>      &lt;td width="13%" align="center"&gt;0812285104&lt;/td&gt; </a:t>
            </a:r>
          </a:p>
          <a:p>
            <a:r>
              <a:rPr lang="en-US" sz="1400" dirty="0"/>
              <a:t>      &lt;td width="13%" align="center"&gt;021 - 56788901&lt;/td&gt; </a:t>
            </a:r>
          </a:p>
          <a:p>
            <a:r>
              <a:rPr lang="id-ID" sz="1400" dirty="0"/>
              <a:t>  &lt;/tr&gt;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7898" y="1163829"/>
            <a:ext cx="514894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dirty="0"/>
              <a:t> &lt;tr&gt; </a:t>
            </a:r>
          </a:p>
          <a:p>
            <a:r>
              <a:rPr lang="id-ID" sz="1400" dirty="0"/>
              <a:t>      &lt;td width="15%"&gt;Wirastuti Wiraguna&lt;/td&gt; </a:t>
            </a:r>
          </a:p>
          <a:p>
            <a:r>
              <a:rPr lang="pl-PL" sz="1400" dirty="0"/>
              <a:t>      &lt;td width="16%"&gt;&amp;nbsp;Jl. Permata 5, Jakarta&lt;/td&gt; </a:t>
            </a:r>
          </a:p>
          <a:p>
            <a:r>
              <a:rPr lang="en-US" sz="1400" dirty="0"/>
              <a:t>      &lt;td width="13%" align="center"&gt;021 - 76456982&lt;/td&gt; </a:t>
            </a:r>
          </a:p>
          <a:p>
            <a:r>
              <a:rPr lang="en-US" sz="1400" dirty="0"/>
              <a:t>      &lt;td width="13%" align="center"&gt;08183457298&lt;/td&gt; </a:t>
            </a:r>
          </a:p>
          <a:p>
            <a:r>
              <a:rPr lang="en-US" sz="1400" dirty="0"/>
              <a:t>      &lt;td width="13%" align="center"&gt;021 - 66543881&lt;/td&gt;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&lt;/table&gt; </a:t>
            </a:r>
          </a:p>
          <a:p>
            <a:r>
              <a:rPr lang="id-ID" sz="1400" dirty="0"/>
              <a:t>&lt;p&gt;&amp;nbsp;&lt;/p&gt; </a:t>
            </a:r>
          </a:p>
          <a:p>
            <a:r>
              <a:rPr lang="en-US" sz="1400" dirty="0"/>
              <a:t>&lt;table border="1" width="70%" &gt; </a:t>
            </a:r>
          </a:p>
          <a:p>
            <a:r>
              <a:rPr lang="id-ID" sz="1400" dirty="0"/>
              <a:t>&lt;caption&gt;BIODATA SISWA&lt;/caption&gt; </a:t>
            </a:r>
          </a:p>
          <a:p>
            <a:r>
              <a:rPr lang="id-ID" sz="1400" dirty="0"/>
              <a:t>  &lt;tr&gt; </a:t>
            </a:r>
          </a:p>
          <a:p>
            <a:r>
              <a:rPr lang="en-US" sz="1400" dirty="0"/>
              <a:t>     &lt;</a:t>
            </a:r>
            <a:r>
              <a:rPr lang="en-US" sz="1400" dirty="0" err="1"/>
              <a:t>th</a:t>
            </a:r>
            <a:r>
              <a:rPr lang="en-US" sz="1400" dirty="0"/>
              <a:t> width="15%"&gt;</a:t>
            </a:r>
            <a:r>
              <a:rPr lang="en-US" sz="1400" dirty="0" err="1"/>
              <a:t>Nama</a:t>
            </a:r>
            <a:r>
              <a:rPr lang="en-US" sz="1400" dirty="0"/>
              <a:t>&lt;/</a:t>
            </a:r>
            <a:r>
              <a:rPr lang="en-US" sz="1400" dirty="0" err="1"/>
              <a:t>th</a:t>
            </a:r>
            <a:r>
              <a:rPr lang="en-US" sz="1400" dirty="0"/>
              <a:t>&gt; </a:t>
            </a:r>
          </a:p>
          <a:p>
            <a:r>
              <a:rPr lang="en-US" sz="1400" dirty="0"/>
              <a:t>     &lt;</a:t>
            </a:r>
            <a:r>
              <a:rPr lang="en-US" sz="1400" dirty="0" err="1"/>
              <a:t>th</a:t>
            </a:r>
            <a:r>
              <a:rPr lang="en-US" sz="1400" dirty="0"/>
              <a:t> width="16%"&gt;</a:t>
            </a:r>
            <a:r>
              <a:rPr lang="en-US" sz="1400" dirty="0" err="1"/>
              <a:t>Alamat</a:t>
            </a:r>
            <a:r>
              <a:rPr lang="en-US" sz="1400" dirty="0"/>
              <a:t>&lt;/</a:t>
            </a:r>
            <a:r>
              <a:rPr lang="en-US" sz="1400" dirty="0" err="1"/>
              <a:t>th</a:t>
            </a:r>
            <a:r>
              <a:rPr lang="en-US" sz="1400" dirty="0"/>
              <a:t>&gt; </a:t>
            </a:r>
          </a:p>
          <a:p>
            <a:r>
              <a:rPr lang="en-US" sz="1400" dirty="0"/>
              <a:t>     &lt;</a:t>
            </a:r>
            <a:r>
              <a:rPr lang="en-US" sz="1400" dirty="0" err="1"/>
              <a:t>th</a:t>
            </a:r>
            <a:r>
              <a:rPr lang="en-US" sz="1400" dirty="0"/>
              <a:t> width="39%" align="center"&gt;</a:t>
            </a:r>
            <a:r>
              <a:rPr lang="en-US" sz="1400" dirty="0" err="1"/>
              <a:t>Telepon</a:t>
            </a:r>
            <a:r>
              <a:rPr lang="en-US" sz="1400" dirty="0"/>
              <a:t>&lt;/</a:t>
            </a:r>
            <a:r>
              <a:rPr lang="en-US" sz="1400" dirty="0" err="1"/>
              <a:t>th</a:t>
            </a:r>
            <a:r>
              <a:rPr lang="en-US" sz="1400" dirty="0"/>
              <a:t>&gt;  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419" y="715000"/>
            <a:ext cx="6096000" cy="566308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400" dirty="0"/>
              <a:t> &lt;tr&gt; </a:t>
            </a:r>
          </a:p>
          <a:p>
            <a:r>
              <a:rPr lang="id-ID" sz="1400" dirty="0"/>
              <a:t>     &lt;td width="15%" rowspan="3" valign="top"&gt;Angga Kusuma&lt;/td&gt; </a:t>
            </a:r>
          </a:p>
          <a:p>
            <a:r>
              <a:rPr lang="id-ID" sz="1400" dirty="0"/>
              <a:t>     &lt;td width="16%" rowspan="3" valign="top"&gt;&amp;nbsp;Jl. Karbela 2, Jakarta&lt;/td&gt; </a:t>
            </a:r>
          </a:p>
          <a:p>
            <a:r>
              <a:rPr lang="en-US" sz="1400" dirty="0"/>
              <a:t>     &lt;td width="39%" align="center"&gt;021 - 55667788&lt;/td&gt;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en-US" sz="1400" dirty="0"/>
              <a:t>     &lt;td width="39%" align="center"&gt;08131445689&lt;/td&gt;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en-US" sz="1400" dirty="0"/>
              <a:t>    &lt;td width="39%" align="center"&gt;021 - 56788901&lt;/td&gt;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id-ID" sz="1400" dirty="0"/>
              <a:t>    &lt;td width="15%" rowspan="3"&gt;Wirastuti Wiraguna&lt;/td&gt; </a:t>
            </a:r>
          </a:p>
          <a:p>
            <a:r>
              <a:rPr lang="id-ID" sz="1400" dirty="0"/>
              <a:t>    &lt;td width="16%" rowspan="3"&gt;&amp;nbsp;Jl. Permata&amp;nbsp; 5, Jakarta&lt;/td&gt; </a:t>
            </a:r>
          </a:p>
          <a:p>
            <a:r>
              <a:rPr lang="en-US" sz="1400" dirty="0"/>
              <a:t>    &lt;td width="39%" align="center"&gt;021 - 76456982&lt;/td&gt;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en-US" sz="1400" dirty="0"/>
              <a:t>    &lt;td width="39%" align="center"&gt;08183457298&lt;/td&gt; </a:t>
            </a:r>
          </a:p>
          <a:p>
            <a:r>
              <a:rPr lang="id-ID" sz="1400" dirty="0"/>
              <a:t>  &lt;/tr&gt; </a:t>
            </a:r>
          </a:p>
          <a:p>
            <a:r>
              <a:rPr lang="id-ID" sz="1400" dirty="0"/>
              <a:t>  &lt;tr&gt; </a:t>
            </a:r>
          </a:p>
          <a:p>
            <a:r>
              <a:rPr lang="en-US" sz="1400" dirty="0"/>
              <a:t>     &lt;td width="39%" align="center"&gt;021 - 66543881&lt;/td&gt; </a:t>
            </a:r>
          </a:p>
          <a:p>
            <a:r>
              <a:rPr lang="id-ID" sz="1400" dirty="0"/>
              <a:t>&lt;/tr&gt; </a:t>
            </a:r>
            <a:endParaRPr lang="id-ID" sz="1400" dirty="0" smtClean="0"/>
          </a:p>
          <a:p>
            <a:r>
              <a:rPr lang="id-ID" sz="1400" dirty="0"/>
              <a:t>&lt;/table&gt; </a:t>
            </a:r>
          </a:p>
          <a:p>
            <a:r>
              <a:rPr lang="id-ID" sz="1400" dirty="0"/>
              <a:t>&lt;/body&gt; </a:t>
            </a:r>
          </a:p>
          <a:p>
            <a:r>
              <a:rPr lang="id-ID" sz="1400" dirty="0"/>
              <a:t>&lt;/html&gt; 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28" y="735918"/>
            <a:ext cx="8151279" cy="47229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891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20</cp:revision>
  <dcterms:created xsi:type="dcterms:W3CDTF">2021-08-16T10:58:02Z</dcterms:created>
  <dcterms:modified xsi:type="dcterms:W3CDTF">2021-08-29T17:13:19Z</dcterms:modified>
</cp:coreProperties>
</file>